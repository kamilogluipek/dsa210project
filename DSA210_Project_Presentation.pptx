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13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8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9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20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97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Roboto" panose="02000000000000000000" pitchFamily="2" charset="0"/>
      <p:regular r:id="rId27"/>
      <p:bold r:id="rId28"/>
      <p:italic r:id="rId29"/>
      <p:boldItalic r:id="rId30"/>
    </p:embeddedFont>
    <p:embeddedFont>
      <p:font typeface="Tw Cen MT" panose="020B0602020104020603" pitchFamily="34" charset="77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ACD4C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4623"/>
  </p:normalViewPr>
  <p:slideViewPr>
    <p:cSldViewPr snapToGrid="0">
      <p:cViewPr>
        <p:scale>
          <a:sx n="87" d="100"/>
          <a:sy n="87" d="100"/>
        </p:scale>
        <p:origin x="1160" y="4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underground.com/calendar/tr/istanbul/LTBA/date/2025-4" TargetMode="External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wunderground.com/calendar/tr/istanbul/LTBA/date/2025-4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EE87D2-9076-EB41-B5D8-E4E4A75A568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20BE42-4532-A84C-A7C6-6F4159CB2E18}">
      <dgm:prSet custT="1"/>
      <dgm:spPr>
        <a:noFill/>
      </dgm:spPr>
      <dgm:t>
        <a:bodyPr/>
        <a:lstStyle/>
        <a:p>
          <a:pPr algn="ctr"/>
          <a:r>
            <a:rPr lang="en-US" sz="50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INSTAGRAM SCREEN TIME &amp; </a:t>
          </a:r>
        </a:p>
        <a:p>
          <a:pPr algn="ctr"/>
          <a:r>
            <a:rPr lang="en-US" sz="50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WEATHER ANALYSIS</a:t>
          </a:r>
          <a:endParaRPr lang="en-TR" sz="5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AAADBF1-1F4D-184B-BBF2-BCF468678E9C}" type="parTrans" cxnId="{DF4876F3-61DE-9F41-8D8F-F4F404BA580F}">
      <dgm:prSet/>
      <dgm:spPr/>
      <dgm:t>
        <a:bodyPr/>
        <a:lstStyle/>
        <a:p>
          <a:endParaRPr lang="en-US"/>
        </a:p>
      </dgm:t>
    </dgm:pt>
    <dgm:pt modelId="{13D4B1B5-7203-5146-929B-E9E84CF19F60}" type="sibTrans" cxnId="{DF4876F3-61DE-9F41-8D8F-F4F404BA580F}">
      <dgm:prSet/>
      <dgm:spPr/>
      <dgm:t>
        <a:bodyPr/>
        <a:lstStyle/>
        <a:p>
          <a:endParaRPr lang="en-US"/>
        </a:p>
      </dgm:t>
    </dgm:pt>
    <dgm:pt modelId="{0F555A90-B497-904A-BB6D-4EFF13EF580D}" type="pres">
      <dgm:prSet presAssocID="{34EE87D2-9076-EB41-B5D8-E4E4A75A5682}" presName="linear" presStyleCnt="0">
        <dgm:presLayoutVars>
          <dgm:animLvl val="lvl"/>
          <dgm:resizeHandles val="exact"/>
        </dgm:presLayoutVars>
      </dgm:prSet>
      <dgm:spPr/>
    </dgm:pt>
    <dgm:pt modelId="{911C2B5D-6449-D247-AFED-D5AEF51C11AF}" type="pres">
      <dgm:prSet presAssocID="{8720BE42-4532-A84C-A7C6-6F4159CB2E1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12D7036-A052-2240-B5E4-0D19A64AC259}" type="presOf" srcId="{8720BE42-4532-A84C-A7C6-6F4159CB2E18}" destId="{911C2B5D-6449-D247-AFED-D5AEF51C11AF}" srcOrd="0" destOrd="0" presId="urn:microsoft.com/office/officeart/2005/8/layout/vList2"/>
    <dgm:cxn modelId="{A5921DE2-CB55-C846-B28F-E0132ACA6112}" type="presOf" srcId="{34EE87D2-9076-EB41-B5D8-E4E4A75A5682}" destId="{0F555A90-B497-904A-BB6D-4EFF13EF580D}" srcOrd="0" destOrd="0" presId="urn:microsoft.com/office/officeart/2005/8/layout/vList2"/>
    <dgm:cxn modelId="{DF4876F3-61DE-9F41-8D8F-F4F404BA580F}" srcId="{34EE87D2-9076-EB41-B5D8-E4E4A75A5682}" destId="{8720BE42-4532-A84C-A7C6-6F4159CB2E18}" srcOrd="0" destOrd="0" parTransId="{0AAADBF1-1F4D-184B-BBF2-BCF468678E9C}" sibTransId="{13D4B1B5-7203-5146-929B-E9E84CF19F60}"/>
    <dgm:cxn modelId="{C7B12AA6-68CB-1C46-A85A-04D90EA0EA90}" type="presParOf" srcId="{0F555A90-B497-904A-BB6D-4EFF13EF580D}" destId="{911C2B5D-6449-D247-AFED-D5AEF51C11A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7AB5FB-7668-B641-B9FC-066F5B1FD12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28F590-80F1-0F43-8B60-394A3DF1CEAA}">
      <dgm:prSet/>
      <dgm:spPr>
        <a:noFill/>
      </dgm:spPr>
      <dgm:t>
        <a:bodyPr/>
        <a:lstStyle/>
        <a:p>
          <a:pPr algn="ctr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The project analyzes the relationship between Instagram screen time and weather conditions in Istanbul between 17/02/2025 and 17/04/2025.</a:t>
          </a:r>
          <a:endParaRPr lang="en-TR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69B826A-82EC-A34F-9E30-CA7F2761E5C2}" type="parTrans" cxnId="{FBDA6F9F-93B7-E343-8F8D-81148A69DCB8}">
      <dgm:prSet/>
      <dgm:spPr/>
      <dgm:t>
        <a:bodyPr/>
        <a:lstStyle/>
        <a:p>
          <a:endParaRPr lang="en-US"/>
        </a:p>
      </dgm:t>
    </dgm:pt>
    <dgm:pt modelId="{3AFF1419-729C-C243-A88C-E3FDC36C9956}" type="sibTrans" cxnId="{FBDA6F9F-93B7-E343-8F8D-81148A69DCB8}">
      <dgm:prSet/>
      <dgm:spPr/>
      <dgm:t>
        <a:bodyPr/>
        <a:lstStyle/>
        <a:p>
          <a:endParaRPr lang="en-US"/>
        </a:p>
      </dgm:t>
    </dgm:pt>
    <dgm:pt modelId="{0A87E0CA-FEA9-CE48-B372-4AF6DAD2C904}" type="pres">
      <dgm:prSet presAssocID="{FC7AB5FB-7668-B641-B9FC-066F5B1FD127}" presName="linear" presStyleCnt="0">
        <dgm:presLayoutVars>
          <dgm:animLvl val="lvl"/>
          <dgm:resizeHandles val="exact"/>
        </dgm:presLayoutVars>
      </dgm:prSet>
      <dgm:spPr/>
    </dgm:pt>
    <dgm:pt modelId="{6CDC58E6-7231-C741-8A65-893B9E6012F5}" type="pres">
      <dgm:prSet presAssocID="{A728F590-80F1-0F43-8B60-394A3DF1CEA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0B43848-2B20-2B44-AA13-0CA643A3DFCD}" type="presOf" srcId="{FC7AB5FB-7668-B641-B9FC-066F5B1FD127}" destId="{0A87E0CA-FEA9-CE48-B372-4AF6DAD2C904}" srcOrd="0" destOrd="0" presId="urn:microsoft.com/office/officeart/2005/8/layout/vList2"/>
    <dgm:cxn modelId="{FBDA6F9F-93B7-E343-8F8D-81148A69DCB8}" srcId="{FC7AB5FB-7668-B641-B9FC-066F5B1FD127}" destId="{A728F590-80F1-0F43-8B60-394A3DF1CEAA}" srcOrd="0" destOrd="0" parTransId="{A69B826A-82EC-A34F-9E30-CA7F2761E5C2}" sibTransId="{3AFF1419-729C-C243-A88C-E3FDC36C9956}"/>
    <dgm:cxn modelId="{08FB2BD9-6855-F043-A771-076C7A6C9D76}" type="presOf" srcId="{A728F590-80F1-0F43-8B60-394A3DF1CEAA}" destId="{6CDC58E6-7231-C741-8A65-893B9E6012F5}" srcOrd="0" destOrd="0" presId="urn:microsoft.com/office/officeart/2005/8/layout/vList2"/>
    <dgm:cxn modelId="{5B2D410F-E972-C14A-93AD-C43AE0ED2E46}" type="presParOf" srcId="{0A87E0CA-FEA9-CE48-B372-4AF6DAD2C904}" destId="{6CDC58E6-7231-C741-8A65-893B9E6012F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4F26B5-78BF-7345-BBA7-A95B59043D0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E19F3E-B852-3C43-A835-CBB2D4D844F9}">
      <dgm:prSet/>
      <dgm:spPr>
        <a:noFill/>
      </dgm:spPr>
      <dgm:t>
        <a:bodyPr/>
        <a:lstStyle/>
        <a:p>
          <a:pPr algn="ctr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When the weather is bad (rainy, cloudy, foggy, or snowy), my daily Instagram screen time increases compared to days with good weather (sunny).</a:t>
          </a:r>
          <a:endParaRPr lang="en-TR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8B13504-32F0-8F48-8572-598F8C16B85C}" type="parTrans" cxnId="{60100BDB-DB49-8044-952D-79BEAE5D1356}">
      <dgm:prSet/>
      <dgm:spPr/>
      <dgm:t>
        <a:bodyPr/>
        <a:lstStyle/>
        <a:p>
          <a:endParaRPr lang="en-US"/>
        </a:p>
      </dgm:t>
    </dgm:pt>
    <dgm:pt modelId="{E80F958F-21F3-4F4A-9AD2-8E3E8C55E29A}" type="sibTrans" cxnId="{60100BDB-DB49-8044-952D-79BEAE5D1356}">
      <dgm:prSet/>
      <dgm:spPr/>
      <dgm:t>
        <a:bodyPr/>
        <a:lstStyle/>
        <a:p>
          <a:endParaRPr lang="en-US"/>
        </a:p>
      </dgm:t>
    </dgm:pt>
    <dgm:pt modelId="{A61F9809-AE6B-5149-9B7C-DC41021FF0EF}" type="pres">
      <dgm:prSet presAssocID="{604F26B5-78BF-7345-BBA7-A95B59043D02}" presName="linear" presStyleCnt="0">
        <dgm:presLayoutVars>
          <dgm:animLvl val="lvl"/>
          <dgm:resizeHandles val="exact"/>
        </dgm:presLayoutVars>
      </dgm:prSet>
      <dgm:spPr/>
    </dgm:pt>
    <dgm:pt modelId="{BEAE16BF-FD73-CB42-8383-64CA90BAA3C9}" type="pres">
      <dgm:prSet presAssocID="{6BE19F3E-B852-3C43-A835-CBB2D4D844F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CB7781C-07B7-8E43-BEE5-7DA6AF8FF226}" type="presOf" srcId="{6BE19F3E-B852-3C43-A835-CBB2D4D844F9}" destId="{BEAE16BF-FD73-CB42-8383-64CA90BAA3C9}" srcOrd="0" destOrd="0" presId="urn:microsoft.com/office/officeart/2005/8/layout/vList2"/>
    <dgm:cxn modelId="{0380EFAC-C65C-FD4E-BB27-5AB8649EE149}" type="presOf" srcId="{604F26B5-78BF-7345-BBA7-A95B59043D02}" destId="{A61F9809-AE6B-5149-9B7C-DC41021FF0EF}" srcOrd="0" destOrd="0" presId="urn:microsoft.com/office/officeart/2005/8/layout/vList2"/>
    <dgm:cxn modelId="{60100BDB-DB49-8044-952D-79BEAE5D1356}" srcId="{604F26B5-78BF-7345-BBA7-A95B59043D02}" destId="{6BE19F3E-B852-3C43-A835-CBB2D4D844F9}" srcOrd="0" destOrd="0" parTransId="{58B13504-32F0-8F48-8572-598F8C16B85C}" sibTransId="{E80F958F-21F3-4F4A-9AD2-8E3E8C55E29A}"/>
    <dgm:cxn modelId="{46F69A30-8C2C-1A4C-8395-66B865CE8C6B}" type="presParOf" srcId="{A61F9809-AE6B-5149-9B7C-DC41021FF0EF}" destId="{BEAE16BF-FD73-CB42-8383-64CA90BAA3C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29CF840-B329-C844-B4FA-75EDBFA4FD6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EC42D1-B0B2-FD44-94B8-B719C1968527}">
      <dgm:prSet/>
      <dgm:spPr>
        <a:noFill/>
      </dgm:spPr>
      <dgm:t>
        <a:bodyPr/>
        <a:lstStyle/>
        <a:p>
          <a:pPr algn="ctr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After noticing a significant increase in screen time, I aimed to track and understand behavioral patterns using data-driven methods.</a:t>
          </a:r>
          <a:endParaRPr lang="en-TR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BABEC8-D002-A140-AF7F-12B0A6AAB0A8}" type="parTrans" cxnId="{B8D7A10F-3325-A445-A41C-11EC0D42B17F}">
      <dgm:prSet/>
      <dgm:spPr/>
      <dgm:t>
        <a:bodyPr/>
        <a:lstStyle/>
        <a:p>
          <a:endParaRPr lang="en-US"/>
        </a:p>
      </dgm:t>
    </dgm:pt>
    <dgm:pt modelId="{D41CD287-F4E9-544F-86EA-1133B5E15DBE}" type="sibTrans" cxnId="{B8D7A10F-3325-A445-A41C-11EC0D42B17F}">
      <dgm:prSet/>
      <dgm:spPr/>
      <dgm:t>
        <a:bodyPr/>
        <a:lstStyle/>
        <a:p>
          <a:endParaRPr lang="en-US"/>
        </a:p>
      </dgm:t>
    </dgm:pt>
    <dgm:pt modelId="{F77A59CF-D420-DD49-825E-9EB74B453552}" type="pres">
      <dgm:prSet presAssocID="{529CF840-B329-C844-B4FA-75EDBFA4FD63}" presName="linear" presStyleCnt="0">
        <dgm:presLayoutVars>
          <dgm:animLvl val="lvl"/>
          <dgm:resizeHandles val="exact"/>
        </dgm:presLayoutVars>
      </dgm:prSet>
      <dgm:spPr/>
    </dgm:pt>
    <dgm:pt modelId="{BF10E836-E012-6D47-B0A8-62AE697B8803}" type="pres">
      <dgm:prSet presAssocID="{79EC42D1-B0B2-FD44-94B8-B719C196852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8D7A10F-3325-A445-A41C-11EC0D42B17F}" srcId="{529CF840-B329-C844-B4FA-75EDBFA4FD63}" destId="{79EC42D1-B0B2-FD44-94B8-B719C1968527}" srcOrd="0" destOrd="0" parTransId="{1DBABEC8-D002-A140-AF7F-12B0A6AAB0A8}" sibTransId="{D41CD287-F4E9-544F-86EA-1133B5E15DBE}"/>
    <dgm:cxn modelId="{CC862981-0E0A-224B-927D-CDD4F955ED1E}" type="presOf" srcId="{529CF840-B329-C844-B4FA-75EDBFA4FD63}" destId="{F77A59CF-D420-DD49-825E-9EB74B453552}" srcOrd="0" destOrd="0" presId="urn:microsoft.com/office/officeart/2005/8/layout/vList2"/>
    <dgm:cxn modelId="{F58EBDA8-DDB1-6C43-9567-66F23E1A22AC}" type="presOf" srcId="{79EC42D1-B0B2-FD44-94B8-B719C1968527}" destId="{BF10E836-E012-6D47-B0A8-62AE697B8803}" srcOrd="0" destOrd="0" presId="urn:microsoft.com/office/officeart/2005/8/layout/vList2"/>
    <dgm:cxn modelId="{7BDA24BE-BE3E-A148-9139-66827E0A53D7}" type="presParOf" srcId="{F77A59CF-D420-DD49-825E-9EB74B453552}" destId="{BF10E836-E012-6D47-B0A8-62AE697B880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68A2A76-88F4-644E-A4AA-7919C7DF18D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4DC5BD-4376-0C4A-BE06-1BEBBE180480}">
      <dgm:prSet/>
      <dgm:spPr>
        <a:noFill/>
      </dgm:spPr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Instagram screen time: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Apple Screen Time section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Weather data: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Weather Underground (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https://www.wunderground.com/calendar/tr/istanbul/LTBA/date/2025-4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) </a:t>
          </a:r>
          <a:endParaRPr lang="en-TR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15A90C8-7458-184F-8EAD-FBC44D0B29CB}" type="parTrans" cxnId="{9E15CE76-B6C7-8648-8EC1-73F6045DEC47}">
      <dgm:prSet/>
      <dgm:spPr/>
      <dgm:t>
        <a:bodyPr/>
        <a:lstStyle/>
        <a:p>
          <a:endParaRPr lang="en-US"/>
        </a:p>
      </dgm:t>
    </dgm:pt>
    <dgm:pt modelId="{63BE6358-DDAA-EA4E-A1E0-B69A2E6D6F84}" type="sibTrans" cxnId="{9E15CE76-B6C7-8648-8EC1-73F6045DEC47}">
      <dgm:prSet/>
      <dgm:spPr/>
      <dgm:t>
        <a:bodyPr/>
        <a:lstStyle/>
        <a:p>
          <a:endParaRPr lang="en-US"/>
        </a:p>
      </dgm:t>
    </dgm:pt>
    <dgm:pt modelId="{616F65B3-E21B-6B47-8080-7E89AF92D01F}" type="pres">
      <dgm:prSet presAssocID="{B68A2A76-88F4-644E-A4AA-7919C7DF18DF}" presName="linear" presStyleCnt="0">
        <dgm:presLayoutVars>
          <dgm:animLvl val="lvl"/>
          <dgm:resizeHandles val="exact"/>
        </dgm:presLayoutVars>
      </dgm:prSet>
      <dgm:spPr/>
    </dgm:pt>
    <dgm:pt modelId="{6EDB3882-2B2E-3241-8E84-E8B64FC02853}" type="pres">
      <dgm:prSet presAssocID="{E44DC5BD-4376-0C4A-BE06-1BEBBE18048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7DD780E-49A9-184F-9F3D-26DEC1616348}" type="presOf" srcId="{E44DC5BD-4376-0C4A-BE06-1BEBBE180480}" destId="{6EDB3882-2B2E-3241-8E84-E8B64FC02853}" srcOrd="0" destOrd="0" presId="urn:microsoft.com/office/officeart/2005/8/layout/vList2"/>
    <dgm:cxn modelId="{E95C904F-E9AB-3F4C-8623-4E4C93D45EE7}" type="presOf" srcId="{B68A2A76-88F4-644E-A4AA-7919C7DF18DF}" destId="{616F65B3-E21B-6B47-8080-7E89AF92D01F}" srcOrd="0" destOrd="0" presId="urn:microsoft.com/office/officeart/2005/8/layout/vList2"/>
    <dgm:cxn modelId="{9E15CE76-B6C7-8648-8EC1-73F6045DEC47}" srcId="{B68A2A76-88F4-644E-A4AA-7919C7DF18DF}" destId="{E44DC5BD-4376-0C4A-BE06-1BEBBE180480}" srcOrd="0" destOrd="0" parTransId="{C15A90C8-7458-184F-8EAD-FBC44D0B29CB}" sibTransId="{63BE6358-DDAA-EA4E-A1E0-B69A2E6D6F84}"/>
    <dgm:cxn modelId="{38D11227-5A36-BC42-AA38-30ADB522CE50}" type="presParOf" srcId="{616F65B3-E21B-6B47-8080-7E89AF92D01F}" destId="{6EDB3882-2B2E-3241-8E84-E8B64FC0285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4D47828-1245-8148-BE98-B64B352CB88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10EB0EB-73F3-2443-8B59-E4DBB83B51E1}">
      <dgm:prSet custT="1"/>
      <dgm:spPr/>
      <dgm:t>
        <a:bodyPr/>
        <a:lstStyle/>
        <a:p>
          <a:r>
            <a:rPr lang="en-US" sz="1800" u="none" dirty="0">
              <a:latin typeface="Times New Roman" panose="02020603050405020304" pitchFamily="18" charset="0"/>
              <a:cs typeface="Times New Roman" panose="02020603050405020304" pitchFamily="18" charset="0"/>
            </a:rPr>
            <a:t>Weather Categories:</a:t>
          </a:r>
          <a:endParaRPr lang="en-TR" sz="1800" u="none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427032-F2D7-F74A-8DE7-97CE93FB6F8A}" type="parTrans" cxnId="{1904000E-C2C9-544F-BA7E-F6CDDF812804}">
      <dgm:prSet/>
      <dgm:spPr/>
      <dgm:t>
        <a:bodyPr/>
        <a:lstStyle/>
        <a:p>
          <a:endParaRPr lang="en-US" sz="1800"/>
        </a:p>
      </dgm:t>
    </dgm:pt>
    <dgm:pt modelId="{025B47FE-7132-CA42-8EEC-98625E354403}" type="sibTrans" cxnId="{1904000E-C2C9-544F-BA7E-F6CDDF812804}">
      <dgm:prSet/>
      <dgm:spPr/>
      <dgm:t>
        <a:bodyPr/>
        <a:lstStyle/>
        <a:p>
          <a:endParaRPr lang="en-US" sz="1800"/>
        </a:p>
      </dgm:t>
    </dgm:pt>
    <dgm:pt modelId="{5085759D-289F-B147-B02D-AB030C84D9B8}">
      <dgm:prSet custT="1"/>
      <dgm:spPr/>
      <dgm:t>
        <a:bodyPr/>
        <a:lstStyle/>
        <a:p>
          <a:r>
            <a:rPr lang="en-US" sz="1800">
              <a:latin typeface="Times New Roman" panose="02020603050405020304" pitchFamily="18" charset="0"/>
              <a:cs typeface="Times New Roman" panose="02020603050405020304" pitchFamily="18" charset="0"/>
            </a:rPr>
            <a:t>• Sunny</a:t>
          </a:r>
          <a:endParaRPr lang="en-TR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43765FE-75B6-5F45-B53E-8BF4CABF6D7B}" type="parTrans" cxnId="{099D0FE0-633C-824D-8EB2-BF6B365F0E9E}">
      <dgm:prSet/>
      <dgm:spPr/>
      <dgm:t>
        <a:bodyPr/>
        <a:lstStyle/>
        <a:p>
          <a:endParaRPr lang="en-US" sz="1800"/>
        </a:p>
      </dgm:t>
    </dgm:pt>
    <dgm:pt modelId="{41BA179F-463E-574C-9E03-9594414E3A88}" type="sibTrans" cxnId="{099D0FE0-633C-824D-8EB2-BF6B365F0E9E}">
      <dgm:prSet/>
      <dgm:spPr/>
      <dgm:t>
        <a:bodyPr/>
        <a:lstStyle/>
        <a:p>
          <a:endParaRPr lang="en-US" sz="1800"/>
        </a:p>
      </dgm:t>
    </dgm:pt>
    <dgm:pt modelId="{1A4D9669-650D-EB42-8D1E-222DD1EB0AD9}">
      <dgm:prSet custT="1"/>
      <dgm:spPr/>
      <dgm:t>
        <a:bodyPr/>
        <a:lstStyle/>
        <a:p>
          <a:r>
            <a:rPr lang="en-US" sz="1800" dirty="0"/>
            <a:t>• 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Cloudy</a:t>
          </a:r>
          <a:endParaRPr lang="en-TR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B05CEE3-1B5B-854D-88E3-EF8FE33A1BCA}" type="parTrans" cxnId="{37E62A04-5AE6-684B-B5BF-EC4AFF8E482D}">
      <dgm:prSet/>
      <dgm:spPr/>
      <dgm:t>
        <a:bodyPr/>
        <a:lstStyle/>
        <a:p>
          <a:endParaRPr lang="en-US" sz="1800"/>
        </a:p>
      </dgm:t>
    </dgm:pt>
    <dgm:pt modelId="{9FDDCA97-6973-6F49-A7E0-530C49ECC122}" type="sibTrans" cxnId="{37E62A04-5AE6-684B-B5BF-EC4AFF8E482D}">
      <dgm:prSet/>
      <dgm:spPr/>
      <dgm:t>
        <a:bodyPr/>
        <a:lstStyle/>
        <a:p>
          <a:endParaRPr lang="en-US" sz="1800"/>
        </a:p>
      </dgm:t>
    </dgm:pt>
    <dgm:pt modelId="{D40AA409-5820-7F40-A963-9DB96136B0A1}">
      <dgm:prSet custT="1"/>
      <dgm:spPr/>
      <dgm:t>
        <a:bodyPr/>
        <a:lstStyle/>
        <a:p>
          <a:r>
            <a:rPr lang="en-US" sz="1800" dirty="0"/>
            <a:t>• 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Rainy</a:t>
          </a:r>
          <a:endParaRPr lang="en-TR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72DD138-FF87-7F49-8584-A648EE7DAAFE}" type="parTrans" cxnId="{80D753DE-5F5E-824F-BF60-1AB679FB0156}">
      <dgm:prSet/>
      <dgm:spPr/>
      <dgm:t>
        <a:bodyPr/>
        <a:lstStyle/>
        <a:p>
          <a:endParaRPr lang="en-US" sz="1800"/>
        </a:p>
      </dgm:t>
    </dgm:pt>
    <dgm:pt modelId="{29B379AB-D1C3-D64B-88EA-FFEF12446965}" type="sibTrans" cxnId="{80D753DE-5F5E-824F-BF60-1AB679FB0156}">
      <dgm:prSet/>
      <dgm:spPr/>
      <dgm:t>
        <a:bodyPr/>
        <a:lstStyle/>
        <a:p>
          <a:endParaRPr lang="en-US" sz="1800"/>
        </a:p>
      </dgm:t>
    </dgm:pt>
    <dgm:pt modelId="{4F8E984B-D2B2-ED42-A4B8-625BE4309963}">
      <dgm:prSet custT="1"/>
      <dgm:spPr/>
      <dgm:t>
        <a:bodyPr/>
        <a:lstStyle/>
        <a:p>
          <a:r>
            <a:rPr lang="en-US" sz="1800" dirty="0"/>
            <a:t>• 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Foggy</a:t>
          </a:r>
          <a:r>
            <a:rPr lang="en-US" sz="1800" dirty="0"/>
            <a:t> </a:t>
          </a:r>
          <a:endParaRPr lang="en-TR" sz="1800" dirty="0"/>
        </a:p>
      </dgm:t>
    </dgm:pt>
    <dgm:pt modelId="{ED04249B-3D2A-4C42-B187-F40AAF48FEC5}" type="parTrans" cxnId="{B0416BE2-A7C6-714B-B36A-B780EAA27A64}">
      <dgm:prSet/>
      <dgm:spPr/>
      <dgm:t>
        <a:bodyPr/>
        <a:lstStyle/>
        <a:p>
          <a:endParaRPr lang="en-US" sz="1800"/>
        </a:p>
      </dgm:t>
    </dgm:pt>
    <dgm:pt modelId="{56585442-13B4-8142-BE64-CF3DDBCE1CD9}" type="sibTrans" cxnId="{B0416BE2-A7C6-714B-B36A-B780EAA27A64}">
      <dgm:prSet/>
      <dgm:spPr/>
      <dgm:t>
        <a:bodyPr/>
        <a:lstStyle/>
        <a:p>
          <a:endParaRPr lang="en-US" sz="1800"/>
        </a:p>
      </dgm:t>
    </dgm:pt>
    <dgm:pt modelId="{949A4E6A-60C3-364B-9862-A6DE95CB925A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• Snowy</a:t>
          </a:r>
          <a:endParaRPr lang="en-TR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CC9FF0-90BF-6E46-BF29-3D941B5E4BBF}" type="parTrans" cxnId="{51855C1D-F023-F74A-9414-8C3AEC330CBB}">
      <dgm:prSet/>
      <dgm:spPr/>
      <dgm:t>
        <a:bodyPr/>
        <a:lstStyle/>
        <a:p>
          <a:endParaRPr lang="en-US" sz="1800"/>
        </a:p>
      </dgm:t>
    </dgm:pt>
    <dgm:pt modelId="{E26F0696-FDD9-5C4D-A9BF-423BD7F8ECD6}" type="sibTrans" cxnId="{51855C1D-F023-F74A-9414-8C3AEC330CBB}">
      <dgm:prSet/>
      <dgm:spPr/>
      <dgm:t>
        <a:bodyPr/>
        <a:lstStyle/>
        <a:p>
          <a:endParaRPr lang="en-US" sz="1800"/>
        </a:p>
      </dgm:t>
    </dgm:pt>
    <dgm:pt modelId="{482736F7-933E-5E4B-8238-69EFF41E8382}" type="pres">
      <dgm:prSet presAssocID="{04D47828-1245-8148-BE98-B64B352CB886}" presName="linear" presStyleCnt="0">
        <dgm:presLayoutVars>
          <dgm:animLvl val="lvl"/>
          <dgm:resizeHandles val="exact"/>
        </dgm:presLayoutVars>
      </dgm:prSet>
      <dgm:spPr/>
    </dgm:pt>
    <dgm:pt modelId="{7FB5C5F2-7FE1-6C4A-885E-46C0DCB4C4AB}" type="pres">
      <dgm:prSet presAssocID="{510EB0EB-73F3-2443-8B59-E4DBB83B51E1}" presName="parentText" presStyleLbl="node1" presStyleIdx="0" presStyleCnt="6" custLinFactNeighborX="-3922" custLinFactNeighborY="-70356">
        <dgm:presLayoutVars>
          <dgm:chMax val="0"/>
          <dgm:bulletEnabled val="1"/>
        </dgm:presLayoutVars>
      </dgm:prSet>
      <dgm:spPr/>
    </dgm:pt>
    <dgm:pt modelId="{F4560ACF-C97A-5547-A995-B27C858C793E}" type="pres">
      <dgm:prSet presAssocID="{025B47FE-7132-CA42-8EEC-98625E354403}" presName="spacer" presStyleCnt="0"/>
      <dgm:spPr/>
    </dgm:pt>
    <dgm:pt modelId="{0C4CCA3D-A843-5846-868B-16D3C6568BCE}" type="pres">
      <dgm:prSet presAssocID="{5085759D-289F-B147-B02D-AB030C84D9B8}" presName="parentText" presStyleLbl="node1" presStyleIdx="1" presStyleCnt="6" custLinFactNeighborY="-3">
        <dgm:presLayoutVars>
          <dgm:chMax val="0"/>
          <dgm:bulletEnabled val="1"/>
        </dgm:presLayoutVars>
      </dgm:prSet>
      <dgm:spPr/>
    </dgm:pt>
    <dgm:pt modelId="{ECE47055-C793-7945-BDFE-57D81D3B6DAE}" type="pres">
      <dgm:prSet presAssocID="{41BA179F-463E-574C-9E03-9594414E3A88}" presName="spacer" presStyleCnt="0"/>
      <dgm:spPr/>
    </dgm:pt>
    <dgm:pt modelId="{AECD4365-2053-AA40-8FCC-BF0C91427818}" type="pres">
      <dgm:prSet presAssocID="{1A4D9669-650D-EB42-8D1E-222DD1EB0AD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66873D4-0C53-B640-B02E-C1EDD91E278B}" type="pres">
      <dgm:prSet presAssocID="{9FDDCA97-6973-6F49-A7E0-530C49ECC122}" presName="spacer" presStyleCnt="0"/>
      <dgm:spPr/>
    </dgm:pt>
    <dgm:pt modelId="{74FAA895-5D2D-9F40-BF71-9704C86D0467}" type="pres">
      <dgm:prSet presAssocID="{D40AA409-5820-7F40-A963-9DB96136B0A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92C270D-97E7-9A49-AE59-44F51B005C4D}" type="pres">
      <dgm:prSet presAssocID="{29B379AB-D1C3-D64B-88EA-FFEF12446965}" presName="spacer" presStyleCnt="0"/>
      <dgm:spPr/>
    </dgm:pt>
    <dgm:pt modelId="{D5B2C346-CE2F-C74F-A4EB-9629EEDEA9A0}" type="pres">
      <dgm:prSet presAssocID="{4F8E984B-D2B2-ED42-A4B8-625BE4309963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90D6B8BA-998B-3F4C-8B14-4A9B275F9E1C}" type="pres">
      <dgm:prSet presAssocID="{56585442-13B4-8142-BE64-CF3DDBCE1CD9}" presName="spacer" presStyleCnt="0"/>
      <dgm:spPr/>
    </dgm:pt>
    <dgm:pt modelId="{AFB2F437-6024-F345-A6C0-F988D23D4E1E}" type="pres">
      <dgm:prSet presAssocID="{949A4E6A-60C3-364B-9862-A6DE95CB925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37E62A04-5AE6-684B-B5BF-EC4AFF8E482D}" srcId="{04D47828-1245-8148-BE98-B64B352CB886}" destId="{1A4D9669-650D-EB42-8D1E-222DD1EB0AD9}" srcOrd="2" destOrd="0" parTransId="{AB05CEE3-1B5B-854D-88E3-EF8FE33A1BCA}" sibTransId="{9FDDCA97-6973-6F49-A7E0-530C49ECC122}"/>
    <dgm:cxn modelId="{1904000E-C2C9-544F-BA7E-F6CDDF812804}" srcId="{04D47828-1245-8148-BE98-B64B352CB886}" destId="{510EB0EB-73F3-2443-8B59-E4DBB83B51E1}" srcOrd="0" destOrd="0" parTransId="{18427032-F2D7-F74A-8DE7-97CE93FB6F8A}" sibTransId="{025B47FE-7132-CA42-8EEC-98625E354403}"/>
    <dgm:cxn modelId="{51855C1D-F023-F74A-9414-8C3AEC330CBB}" srcId="{04D47828-1245-8148-BE98-B64B352CB886}" destId="{949A4E6A-60C3-364B-9862-A6DE95CB925A}" srcOrd="5" destOrd="0" parTransId="{2DCC9FF0-90BF-6E46-BF29-3D941B5E4BBF}" sibTransId="{E26F0696-FDD9-5C4D-A9BF-423BD7F8ECD6}"/>
    <dgm:cxn modelId="{82B9344D-00B8-3245-A5BF-BFDA859531A7}" type="presOf" srcId="{04D47828-1245-8148-BE98-B64B352CB886}" destId="{482736F7-933E-5E4B-8238-69EFF41E8382}" srcOrd="0" destOrd="0" presId="urn:microsoft.com/office/officeart/2005/8/layout/vList2"/>
    <dgm:cxn modelId="{B2BC7186-B4FA-2E42-99DC-B01CF889CAD2}" type="presOf" srcId="{5085759D-289F-B147-B02D-AB030C84D9B8}" destId="{0C4CCA3D-A843-5846-868B-16D3C6568BCE}" srcOrd="0" destOrd="0" presId="urn:microsoft.com/office/officeart/2005/8/layout/vList2"/>
    <dgm:cxn modelId="{6FA8DFB2-13D2-AE4B-8EC0-44D5749B1A76}" type="presOf" srcId="{510EB0EB-73F3-2443-8B59-E4DBB83B51E1}" destId="{7FB5C5F2-7FE1-6C4A-885E-46C0DCB4C4AB}" srcOrd="0" destOrd="0" presId="urn:microsoft.com/office/officeart/2005/8/layout/vList2"/>
    <dgm:cxn modelId="{AE609DCB-D2B0-B948-9FAD-49D200EF970F}" type="presOf" srcId="{949A4E6A-60C3-364B-9862-A6DE95CB925A}" destId="{AFB2F437-6024-F345-A6C0-F988D23D4E1E}" srcOrd="0" destOrd="0" presId="urn:microsoft.com/office/officeart/2005/8/layout/vList2"/>
    <dgm:cxn modelId="{48F299D8-11C7-F248-9FBE-11CEDA5F1F10}" type="presOf" srcId="{D40AA409-5820-7F40-A963-9DB96136B0A1}" destId="{74FAA895-5D2D-9F40-BF71-9704C86D0467}" srcOrd="0" destOrd="0" presId="urn:microsoft.com/office/officeart/2005/8/layout/vList2"/>
    <dgm:cxn modelId="{80D753DE-5F5E-824F-BF60-1AB679FB0156}" srcId="{04D47828-1245-8148-BE98-B64B352CB886}" destId="{D40AA409-5820-7F40-A963-9DB96136B0A1}" srcOrd="3" destOrd="0" parTransId="{172DD138-FF87-7F49-8584-A648EE7DAAFE}" sibTransId="{29B379AB-D1C3-D64B-88EA-FFEF12446965}"/>
    <dgm:cxn modelId="{099D0FE0-633C-824D-8EB2-BF6B365F0E9E}" srcId="{04D47828-1245-8148-BE98-B64B352CB886}" destId="{5085759D-289F-B147-B02D-AB030C84D9B8}" srcOrd="1" destOrd="0" parTransId="{A43765FE-75B6-5F45-B53E-8BF4CABF6D7B}" sibTransId="{41BA179F-463E-574C-9E03-9594414E3A88}"/>
    <dgm:cxn modelId="{B0416BE2-A7C6-714B-B36A-B780EAA27A64}" srcId="{04D47828-1245-8148-BE98-B64B352CB886}" destId="{4F8E984B-D2B2-ED42-A4B8-625BE4309963}" srcOrd="4" destOrd="0" parTransId="{ED04249B-3D2A-4C42-B187-F40AAF48FEC5}" sibTransId="{56585442-13B4-8142-BE64-CF3DDBCE1CD9}"/>
    <dgm:cxn modelId="{5591CDE2-F76A-A042-9CDA-2D6DEE45F6A5}" type="presOf" srcId="{1A4D9669-650D-EB42-8D1E-222DD1EB0AD9}" destId="{AECD4365-2053-AA40-8FCC-BF0C91427818}" srcOrd="0" destOrd="0" presId="urn:microsoft.com/office/officeart/2005/8/layout/vList2"/>
    <dgm:cxn modelId="{5FCE03EF-343D-1544-AAEA-D7ACD958E26B}" type="presOf" srcId="{4F8E984B-D2B2-ED42-A4B8-625BE4309963}" destId="{D5B2C346-CE2F-C74F-A4EB-9629EEDEA9A0}" srcOrd="0" destOrd="0" presId="urn:microsoft.com/office/officeart/2005/8/layout/vList2"/>
    <dgm:cxn modelId="{1AE6131D-7E0C-8044-81AF-98C42A3EC286}" type="presParOf" srcId="{482736F7-933E-5E4B-8238-69EFF41E8382}" destId="{7FB5C5F2-7FE1-6C4A-885E-46C0DCB4C4AB}" srcOrd="0" destOrd="0" presId="urn:microsoft.com/office/officeart/2005/8/layout/vList2"/>
    <dgm:cxn modelId="{21BC5788-0830-454E-8B7F-9AD71E9A55F5}" type="presParOf" srcId="{482736F7-933E-5E4B-8238-69EFF41E8382}" destId="{F4560ACF-C97A-5547-A995-B27C858C793E}" srcOrd="1" destOrd="0" presId="urn:microsoft.com/office/officeart/2005/8/layout/vList2"/>
    <dgm:cxn modelId="{D546ADB9-62A7-174B-A150-C289702963D8}" type="presParOf" srcId="{482736F7-933E-5E4B-8238-69EFF41E8382}" destId="{0C4CCA3D-A843-5846-868B-16D3C6568BCE}" srcOrd="2" destOrd="0" presId="urn:microsoft.com/office/officeart/2005/8/layout/vList2"/>
    <dgm:cxn modelId="{F656D327-D9BC-784F-A32D-0A220586306A}" type="presParOf" srcId="{482736F7-933E-5E4B-8238-69EFF41E8382}" destId="{ECE47055-C793-7945-BDFE-57D81D3B6DAE}" srcOrd="3" destOrd="0" presId="urn:microsoft.com/office/officeart/2005/8/layout/vList2"/>
    <dgm:cxn modelId="{887BF958-8E6E-DC48-B167-657C732D917D}" type="presParOf" srcId="{482736F7-933E-5E4B-8238-69EFF41E8382}" destId="{AECD4365-2053-AA40-8FCC-BF0C91427818}" srcOrd="4" destOrd="0" presId="urn:microsoft.com/office/officeart/2005/8/layout/vList2"/>
    <dgm:cxn modelId="{C6C8BC1B-AAFD-A848-9542-71F4A5BD6AF0}" type="presParOf" srcId="{482736F7-933E-5E4B-8238-69EFF41E8382}" destId="{266873D4-0C53-B640-B02E-C1EDD91E278B}" srcOrd="5" destOrd="0" presId="urn:microsoft.com/office/officeart/2005/8/layout/vList2"/>
    <dgm:cxn modelId="{081C11E2-BD76-F84A-9AD1-A4B46DE7A5E3}" type="presParOf" srcId="{482736F7-933E-5E4B-8238-69EFF41E8382}" destId="{74FAA895-5D2D-9F40-BF71-9704C86D0467}" srcOrd="6" destOrd="0" presId="urn:microsoft.com/office/officeart/2005/8/layout/vList2"/>
    <dgm:cxn modelId="{FC4146F0-1C9F-AB4E-A15B-2E9841A9D077}" type="presParOf" srcId="{482736F7-933E-5E4B-8238-69EFF41E8382}" destId="{C92C270D-97E7-9A49-AE59-44F51B005C4D}" srcOrd="7" destOrd="0" presId="urn:microsoft.com/office/officeart/2005/8/layout/vList2"/>
    <dgm:cxn modelId="{F9FACD7B-C78D-C142-A28B-C9E6EF89689D}" type="presParOf" srcId="{482736F7-933E-5E4B-8238-69EFF41E8382}" destId="{D5B2C346-CE2F-C74F-A4EB-9629EEDEA9A0}" srcOrd="8" destOrd="0" presId="urn:microsoft.com/office/officeart/2005/8/layout/vList2"/>
    <dgm:cxn modelId="{71FFAE7A-857B-0342-8DE1-9E94BC40CC23}" type="presParOf" srcId="{482736F7-933E-5E4B-8238-69EFF41E8382}" destId="{90D6B8BA-998B-3F4C-8B14-4A9B275F9E1C}" srcOrd="9" destOrd="0" presId="urn:microsoft.com/office/officeart/2005/8/layout/vList2"/>
    <dgm:cxn modelId="{56FA16AE-FEA3-3547-9CE1-AC2212CF3A11}" type="presParOf" srcId="{482736F7-933E-5E4B-8238-69EFF41E8382}" destId="{AFB2F437-6024-F345-A6C0-F988D23D4E1E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3E3BF89-0A3B-114B-983E-10B1C3B546C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968EDB-EF76-9247-B788-4AF869FC575E}">
      <dgm:prSet/>
      <dgm:spPr/>
      <dgm:t>
        <a:bodyPr/>
        <a:lstStyle/>
        <a:p>
          <a:pPr algn="l"/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Features:</a:t>
          </a:r>
          <a:endParaRPr lang="en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8F7C97-BE7B-4F43-8B51-94B7F7ABD4F0}" type="parTrans" cxnId="{C5493C4D-AB60-3948-ADE0-659386D0C65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86D4A8-D0D1-0F40-A98C-A28F896A7414}" type="sibTrans" cxnId="{C5493C4D-AB60-3948-ADE0-659386D0C65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E81E337-9E58-454C-AFEE-C58895976599}">
      <dgm:prSet/>
      <dgm:spPr/>
      <dgm:t>
        <a:bodyPr/>
        <a:lstStyle/>
        <a:p>
          <a:pPr algn="l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• Weather condition</a:t>
          </a:r>
          <a:endParaRPr lang="en-TR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1E517C7-7360-6645-AD63-A08632665422}" type="parTrans" cxnId="{A1FC9E45-9A4D-9E42-B477-C36DF1C1191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8A20704-E7DC-0D41-AC93-6964603FA514}" type="sibTrans" cxnId="{A1FC9E45-9A4D-9E42-B477-C36DF1C11917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DA17F5-A0E5-2D44-9A52-027E7B133571}">
      <dgm:prSet/>
      <dgm:spPr/>
      <dgm:t>
        <a:bodyPr/>
        <a:lstStyle/>
        <a:p>
          <a:pPr algn="l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• Average daily temperature</a:t>
          </a:r>
          <a:endParaRPr lang="en-TR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CC2387-AE00-5847-8059-B3AE35202C7D}" type="parTrans" cxnId="{9CC21BF3-0407-E543-AC3B-B7DAA1D0F57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09684B0-315A-C549-B4AA-4F259A14B63A}" type="sibTrans" cxnId="{9CC21BF3-0407-E543-AC3B-B7DAA1D0F57B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B2A1013-BAE5-B44B-AC91-A48BEF1A66DA}">
      <dgm:prSet/>
      <dgm:spPr/>
      <dgm:t>
        <a:bodyPr/>
        <a:lstStyle/>
        <a:p>
          <a:pPr algn="l"/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• Average daily humidity</a:t>
          </a:r>
          <a:endParaRPr lang="en-TR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55BE5FE-E5BC-1F44-A8BA-8E1691F75D6A}" type="parTrans" cxnId="{30CC09CC-3974-C44F-A922-9543C325A08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219C7CE-F563-5741-9FF2-D456704DA730}" type="sibTrans" cxnId="{30CC09CC-3974-C44F-A922-9543C325A086}">
      <dgm:prSet/>
      <dgm:spPr/>
      <dgm:t>
        <a:bodyPr/>
        <a:lstStyle/>
        <a:p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94A9E2-79ED-644E-963C-973C7EB97E80}" type="pres">
      <dgm:prSet presAssocID="{E3E3BF89-0A3B-114B-983E-10B1C3B546C5}" presName="linear" presStyleCnt="0">
        <dgm:presLayoutVars>
          <dgm:animLvl val="lvl"/>
          <dgm:resizeHandles val="exact"/>
        </dgm:presLayoutVars>
      </dgm:prSet>
      <dgm:spPr/>
    </dgm:pt>
    <dgm:pt modelId="{D3A620EE-B5F7-4F47-A64A-71480FE4214B}" type="pres">
      <dgm:prSet presAssocID="{66968EDB-EF76-9247-B788-4AF869FC575E}" presName="parentText" presStyleLbl="node1" presStyleIdx="0" presStyleCnt="4" custLinFactY="-61761" custLinFactNeighborX="-484" custLinFactNeighborY="-100000">
        <dgm:presLayoutVars>
          <dgm:chMax val="0"/>
          <dgm:bulletEnabled val="1"/>
        </dgm:presLayoutVars>
      </dgm:prSet>
      <dgm:spPr/>
    </dgm:pt>
    <dgm:pt modelId="{44A77EE8-F371-814B-831C-68DD86EDF849}" type="pres">
      <dgm:prSet presAssocID="{3486D4A8-D0D1-0F40-A98C-A28F896A7414}" presName="spacer" presStyleCnt="0"/>
      <dgm:spPr/>
    </dgm:pt>
    <dgm:pt modelId="{4C455061-6667-7E49-81FE-CF60C4461636}" type="pres">
      <dgm:prSet presAssocID="{9E81E337-9E58-454C-AFEE-C58895976599}" presName="parentText" presStyleLbl="node1" presStyleIdx="1" presStyleCnt="4" custLinFactY="-32625" custLinFactNeighborY="-100000">
        <dgm:presLayoutVars>
          <dgm:chMax val="0"/>
          <dgm:bulletEnabled val="1"/>
        </dgm:presLayoutVars>
      </dgm:prSet>
      <dgm:spPr/>
    </dgm:pt>
    <dgm:pt modelId="{1C90AE92-B12A-BD4C-BAD3-9E7BE265DDCB}" type="pres">
      <dgm:prSet presAssocID="{58A20704-E7DC-0D41-AC93-6964603FA514}" presName="spacer" presStyleCnt="0"/>
      <dgm:spPr/>
    </dgm:pt>
    <dgm:pt modelId="{CE1DF61E-D745-3B43-9D78-D752496DB942}" type="pres">
      <dgm:prSet presAssocID="{41DA17F5-A0E5-2D44-9A52-027E7B133571}" presName="parentText" presStyleLbl="node1" presStyleIdx="2" presStyleCnt="4" custLinFactY="-13233" custLinFactNeighborY="-100000">
        <dgm:presLayoutVars>
          <dgm:chMax val="0"/>
          <dgm:bulletEnabled val="1"/>
        </dgm:presLayoutVars>
      </dgm:prSet>
      <dgm:spPr/>
    </dgm:pt>
    <dgm:pt modelId="{673F078A-F75A-F545-B7B0-244847D168BB}" type="pres">
      <dgm:prSet presAssocID="{809684B0-315A-C549-B4AA-4F259A14B63A}" presName="spacer" presStyleCnt="0"/>
      <dgm:spPr/>
    </dgm:pt>
    <dgm:pt modelId="{D5D5FB3D-5FB8-6A4B-83E3-39BE04DD5672}" type="pres">
      <dgm:prSet presAssocID="{EB2A1013-BAE5-B44B-AC91-A48BEF1A66DA}" presName="parentText" presStyleLbl="node1" presStyleIdx="3" presStyleCnt="4" custLinFactNeighborY="-25604">
        <dgm:presLayoutVars>
          <dgm:chMax val="0"/>
          <dgm:bulletEnabled val="1"/>
        </dgm:presLayoutVars>
      </dgm:prSet>
      <dgm:spPr/>
    </dgm:pt>
  </dgm:ptLst>
  <dgm:cxnLst>
    <dgm:cxn modelId="{A1FC9E45-9A4D-9E42-B477-C36DF1C11917}" srcId="{E3E3BF89-0A3B-114B-983E-10B1C3B546C5}" destId="{9E81E337-9E58-454C-AFEE-C58895976599}" srcOrd="1" destOrd="0" parTransId="{11E517C7-7360-6645-AD63-A08632665422}" sibTransId="{58A20704-E7DC-0D41-AC93-6964603FA514}"/>
    <dgm:cxn modelId="{C5493C4D-AB60-3948-ADE0-659386D0C65B}" srcId="{E3E3BF89-0A3B-114B-983E-10B1C3B546C5}" destId="{66968EDB-EF76-9247-B788-4AF869FC575E}" srcOrd="0" destOrd="0" parTransId="{6F8F7C97-BE7B-4F43-8B51-94B7F7ABD4F0}" sibTransId="{3486D4A8-D0D1-0F40-A98C-A28F896A7414}"/>
    <dgm:cxn modelId="{AC892E6B-980C-144D-9FA9-009DB28A95E5}" type="presOf" srcId="{EB2A1013-BAE5-B44B-AC91-A48BEF1A66DA}" destId="{D5D5FB3D-5FB8-6A4B-83E3-39BE04DD5672}" srcOrd="0" destOrd="0" presId="urn:microsoft.com/office/officeart/2005/8/layout/vList2"/>
    <dgm:cxn modelId="{C093B788-1D1E-8E46-B736-B259CA142088}" type="presOf" srcId="{E3E3BF89-0A3B-114B-983E-10B1C3B546C5}" destId="{D494A9E2-79ED-644E-963C-973C7EB97E80}" srcOrd="0" destOrd="0" presId="urn:microsoft.com/office/officeart/2005/8/layout/vList2"/>
    <dgm:cxn modelId="{3D2D98A2-9BFE-6F44-B60C-A9CD607512FC}" type="presOf" srcId="{9E81E337-9E58-454C-AFEE-C58895976599}" destId="{4C455061-6667-7E49-81FE-CF60C4461636}" srcOrd="0" destOrd="0" presId="urn:microsoft.com/office/officeart/2005/8/layout/vList2"/>
    <dgm:cxn modelId="{205AB7AD-515F-6D45-9EC9-B38A532C20A8}" type="presOf" srcId="{41DA17F5-A0E5-2D44-9A52-027E7B133571}" destId="{CE1DF61E-D745-3B43-9D78-D752496DB942}" srcOrd="0" destOrd="0" presId="urn:microsoft.com/office/officeart/2005/8/layout/vList2"/>
    <dgm:cxn modelId="{30CC09CC-3974-C44F-A922-9543C325A086}" srcId="{E3E3BF89-0A3B-114B-983E-10B1C3B546C5}" destId="{EB2A1013-BAE5-B44B-AC91-A48BEF1A66DA}" srcOrd="3" destOrd="0" parTransId="{F55BE5FE-E5BC-1F44-A8BA-8E1691F75D6A}" sibTransId="{5219C7CE-F563-5741-9FF2-D456704DA730}"/>
    <dgm:cxn modelId="{10E77CD0-AEE8-DF4D-AFFE-6787473129CA}" type="presOf" srcId="{66968EDB-EF76-9247-B788-4AF869FC575E}" destId="{D3A620EE-B5F7-4F47-A64A-71480FE4214B}" srcOrd="0" destOrd="0" presId="urn:microsoft.com/office/officeart/2005/8/layout/vList2"/>
    <dgm:cxn modelId="{9CC21BF3-0407-E543-AC3B-B7DAA1D0F57B}" srcId="{E3E3BF89-0A3B-114B-983E-10B1C3B546C5}" destId="{41DA17F5-A0E5-2D44-9A52-027E7B133571}" srcOrd="2" destOrd="0" parTransId="{34CC2387-AE00-5847-8059-B3AE35202C7D}" sibTransId="{809684B0-315A-C549-B4AA-4F259A14B63A}"/>
    <dgm:cxn modelId="{3BCFA7B9-B70D-AF42-8AFA-8DC11DA6BE31}" type="presParOf" srcId="{D494A9E2-79ED-644E-963C-973C7EB97E80}" destId="{D3A620EE-B5F7-4F47-A64A-71480FE4214B}" srcOrd="0" destOrd="0" presId="urn:microsoft.com/office/officeart/2005/8/layout/vList2"/>
    <dgm:cxn modelId="{EAB8B585-AB7D-9D4A-A875-412E3BBFDC6A}" type="presParOf" srcId="{D494A9E2-79ED-644E-963C-973C7EB97E80}" destId="{44A77EE8-F371-814B-831C-68DD86EDF849}" srcOrd="1" destOrd="0" presId="urn:microsoft.com/office/officeart/2005/8/layout/vList2"/>
    <dgm:cxn modelId="{6F26F48C-1E6D-174D-ADAB-AC2062CB9276}" type="presParOf" srcId="{D494A9E2-79ED-644E-963C-973C7EB97E80}" destId="{4C455061-6667-7E49-81FE-CF60C4461636}" srcOrd="2" destOrd="0" presId="urn:microsoft.com/office/officeart/2005/8/layout/vList2"/>
    <dgm:cxn modelId="{FAC1EF3B-76CD-8B47-9D38-EF2F9E8A1787}" type="presParOf" srcId="{D494A9E2-79ED-644E-963C-973C7EB97E80}" destId="{1C90AE92-B12A-BD4C-BAD3-9E7BE265DDCB}" srcOrd="3" destOrd="0" presId="urn:microsoft.com/office/officeart/2005/8/layout/vList2"/>
    <dgm:cxn modelId="{528DE681-7220-254C-97C3-69A69BC18632}" type="presParOf" srcId="{D494A9E2-79ED-644E-963C-973C7EB97E80}" destId="{CE1DF61E-D745-3B43-9D78-D752496DB942}" srcOrd="4" destOrd="0" presId="urn:microsoft.com/office/officeart/2005/8/layout/vList2"/>
    <dgm:cxn modelId="{DCFA3689-4615-2A45-8583-20F977B1B080}" type="presParOf" srcId="{D494A9E2-79ED-644E-963C-973C7EB97E80}" destId="{673F078A-F75A-F545-B7B0-244847D168BB}" srcOrd="5" destOrd="0" presId="urn:microsoft.com/office/officeart/2005/8/layout/vList2"/>
    <dgm:cxn modelId="{F21FCAE7-1FAD-9944-A158-FDCE4C6D618E}" type="presParOf" srcId="{D494A9E2-79ED-644E-963C-973C7EB97E80}" destId="{D5D5FB3D-5FB8-6A4B-83E3-39BE04DD567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2CE5A9B-5ACA-451A-B7C8-1CB2F77A304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FEA752-59F1-4FDC-B379-7836964FE3E7}">
      <dgm:prSet custT="1"/>
      <dgm:spPr/>
      <dgm:t>
        <a:bodyPr/>
        <a:lstStyle/>
        <a:p>
          <a:r>
            <a:rPr lang="en-US" sz="2700">
              <a:latin typeface="Times New Roman" panose="02020603050405020304" pitchFamily="18" charset="0"/>
              <a:cs typeface="Times New Roman" panose="02020603050405020304" pitchFamily="18" charset="0"/>
            </a:rPr>
            <a:t>1. Data collection </a:t>
          </a:r>
        </a:p>
      </dgm:t>
    </dgm:pt>
    <dgm:pt modelId="{B9C83467-F778-4C2F-B2FB-4A24A91E3188}" type="parTrans" cxnId="{3681D8B9-B7E5-4CCC-8051-0D1AAAAA2C92}">
      <dgm:prSet/>
      <dgm:spPr/>
      <dgm:t>
        <a:bodyPr/>
        <a:lstStyle/>
        <a:p>
          <a:endParaRPr lang="en-US"/>
        </a:p>
      </dgm:t>
    </dgm:pt>
    <dgm:pt modelId="{FA72FA5D-CB10-4BCA-B7EB-85FEBA9FF62A}" type="sibTrans" cxnId="{3681D8B9-B7E5-4CCC-8051-0D1AAAAA2C92}">
      <dgm:prSet/>
      <dgm:spPr/>
      <dgm:t>
        <a:bodyPr/>
        <a:lstStyle/>
        <a:p>
          <a:endParaRPr lang="en-US"/>
        </a:p>
      </dgm:t>
    </dgm:pt>
    <dgm:pt modelId="{E9CDE101-DC07-497A-9BDD-F18E1C71603B}">
      <dgm:prSet custT="1"/>
      <dgm:spPr/>
      <dgm:t>
        <a:bodyPr/>
        <a:lstStyle/>
        <a:p>
          <a:r>
            <a:rPr lang="en-US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2. Data preparation</a:t>
          </a:r>
        </a:p>
      </dgm:t>
    </dgm:pt>
    <dgm:pt modelId="{CF4DCE98-374F-4F19-B0B5-35F1BC3A9A32}" type="parTrans" cxnId="{8250B846-6B6D-4B61-B80E-71410EEC1117}">
      <dgm:prSet/>
      <dgm:spPr/>
      <dgm:t>
        <a:bodyPr/>
        <a:lstStyle/>
        <a:p>
          <a:endParaRPr lang="en-US"/>
        </a:p>
      </dgm:t>
    </dgm:pt>
    <dgm:pt modelId="{15121B68-1FA1-4660-BEEA-FB466BFF9CBE}" type="sibTrans" cxnId="{8250B846-6B6D-4B61-B80E-71410EEC1117}">
      <dgm:prSet/>
      <dgm:spPr/>
      <dgm:t>
        <a:bodyPr/>
        <a:lstStyle/>
        <a:p>
          <a:endParaRPr lang="en-US"/>
        </a:p>
      </dgm:t>
    </dgm:pt>
    <dgm:pt modelId="{50793C44-BFAF-47F9-B94D-5B7F766C14CB}">
      <dgm:prSet custT="1"/>
      <dgm:spPr/>
      <dgm:t>
        <a:bodyPr/>
        <a:lstStyle/>
        <a:p>
          <a:r>
            <a:rPr lang="en-US" sz="2700">
              <a:latin typeface="Times New Roman" panose="02020603050405020304" pitchFamily="18" charset="0"/>
              <a:cs typeface="Times New Roman" panose="02020603050405020304" pitchFamily="18" charset="0"/>
            </a:rPr>
            <a:t>3. Descriptive analysis</a:t>
          </a:r>
        </a:p>
      </dgm:t>
    </dgm:pt>
    <dgm:pt modelId="{F77AC787-84CD-4DCB-9C86-4483BC4A1FCF}" type="parTrans" cxnId="{AED6888F-FE0A-435A-A515-B6EF5880E778}">
      <dgm:prSet/>
      <dgm:spPr/>
      <dgm:t>
        <a:bodyPr/>
        <a:lstStyle/>
        <a:p>
          <a:endParaRPr lang="en-US"/>
        </a:p>
      </dgm:t>
    </dgm:pt>
    <dgm:pt modelId="{60D91D95-0B6C-4CC8-BFD5-D0F1C5D482CE}" type="sibTrans" cxnId="{AED6888F-FE0A-435A-A515-B6EF5880E778}">
      <dgm:prSet/>
      <dgm:spPr/>
      <dgm:t>
        <a:bodyPr/>
        <a:lstStyle/>
        <a:p>
          <a:endParaRPr lang="en-US"/>
        </a:p>
      </dgm:t>
    </dgm:pt>
    <dgm:pt modelId="{37E83924-8A49-4340-9C67-B43C7A5EC46D}">
      <dgm:prSet custT="1"/>
      <dgm:spPr/>
      <dgm:t>
        <a:bodyPr/>
        <a:lstStyle/>
        <a:p>
          <a:r>
            <a:rPr lang="en-US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4. Hypothesis testing</a:t>
          </a:r>
        </a:p>
      </dgm:t>
    </dgm:pt>
    <dgm:pt modelId="{5E44BBC6-C3BB-456F-BB69-0C3B5369C159}" type="parTrans" cxnId="{307AC259-0817-4850-8EFA-3F365810EF24}">
      <dgm:prSet/>
      <dgm:spPr/>
      <dgm:t>
        <a:bodyPr/>
        <a:lstStyle/>
        <a:p>
          <a:endParaRPr lang="en-US"/>
        </a:p>
      </dgm:t>
    </dgm:pt>
    <dgm:pt modelId="{D2613121-826E-4111-80DE-1B64471F7F7E}" type="sibTrans" cxnId="{307AC259-0817-4850-8EFA-3F365810EF24}">
      <dgm:prSet/>
      <dgm:spPr/>
      <dgm:t>
        <a:bodyPr/>
        <a:lstStyle/>
        <a:p>
          <a:endParaRPr lang="en-US"/>
        </a:p>
      </dgm:t>
    </dgm:pt>
    <dgm:pt modelId="{02A1D1C2-67F9-48CC-89B6-DD634225DB77}">
      <dgm:prSet custT="1"/>
      <dgm:spPr/>
      <dgm:t>
        <a:bodyPr/>
        <a:lstStyle/>
        <a:p>
          <a:r>
            <a:rPr lang="en-US" sz="2700">
              <a:latin typeface="Times New Roman" panose="02020603050405020304" pitchFamily="18" charset="0"/>
              <a:cs typeface="Times New Roman" panose="02020603050405020304" pitchFamily="18" charset="0"/>
            </a:rPr>
            <a:t>5. Predictive modeling</a:t>
          </a:r>
        </a:p>
      </dgm:t>
    </dgm:pt>
    <dgm:pt modelId="{5825DE2F-13EA-41EA-A786-21EA156F79F4}" type="parTrans" cxnId="{6D9648B5-24FB-4C8C-8D96-7146C1E77230}">
      <dgm:prSet/>
      <dgm:spPr/>
      <dgm:t>
        <a:bodyPr/>
        <a:lstStyle/>
        <a:p>
          <a:endParaRPr lang="en-US"/>
        </a:p>
      </dgm:t>
    </dgm:pt>
    <dgm:pt modelId="{24534253-3287-4392-9BA0-135E8354E21F}" type="sibTrans" cxnId="{6D9648B5-24FB-4C8C-8D96-7146C1E77230}">
      <dgm:prSet/>
      <dgm:spPr/>
      <dgm:t>
        <a:bodyPr/>
        <a:lstStyle/>
        <a:p>
          <a:endParaRPr lang="en-US"/>
        </a:p>
      </dgm:t>
    </dgm:pt>
    <dgm:pt modelId="{AABA0EA1-25DE-42A4-A379-3650CC3ED948}">
      <dgm:prSet custT="1"/>
      <dgm:spPr/>
      <dgm:t>
        <a:bodyPr/>
        <a:lstStyle/>
        <a:p>
          <a:r>
            <a:rPr lang="en-US" sz="2700">
              <a:latin typeface="Times New Roman" panose="02020603050405020304" pitchFamily="18" charset="0"/>
              <a:cs typeface="Times New Roman" panose="02020603050405020304" pitchFamily="18" charset="0"/>
            </a:rPr>
            <a:t>6. Result interpretation</a:t>
          </a:r>
        </a:p>
      </dgm:t>
    </dgm:pt>
    <dgm:pt modelId="{90C3217D-F037-404F-8A1B-E2864A14DF39}" type="parTrans" cxnId="{0880C138-7203-4A3A-8329-83EF57895BE8}">
      <dgm:prSet/>
      <dgm:spPr/>
      <dgm:t>
        <a:bodyPr/>
        <a:lstStyle/>
        <a:p>
          <a:endParaRPr lang="en-US"/>
        </a:p>
      </dgm:t>
    </dgm:pt>
    <dgm:pt modelId="{232C54ED-F634-4401-A168-8E1E697C5C9C}" type="sibTrans" cxnId="{0880C138-7203-4A3A-8329-83EF57895BE8}">
      <dgm:prSet/>
      <dgm:spPr/>
      <dgm:t>
        <a:bodyPr/>
        <a:lstStyle/>
        <a:p>
          <a:endParaRPr lang="en-US"/>
        </a:p>
      </dgm:t>
    </dgm:pt>
    <dgm:pt modelId="{B6E35F0C-9A51-1B46-BE0C-FC305477952F}" type="pres">
      <dgm:prSet presAssocID="{52CE5A9B-5ACA-451A-B7C8-1CB2F77A304A}" presName="linear" presStyleCnt="0">
        <dgm:presLayoutVars>
          <dgm:animLvl val="lvl"/>
          <dgm:resizeHandles val="exact"/>
        </dgm:presLayoutVars>
      </dgm:prSet>
      <dgm:spPr/>
    </dgm:pt>
    <dgm:pt modelId="{F4C031A0-174D-A441-81C4-B0329E78E7D3}" type="pres">
      <dgm:prSet presAssocID="{64FEA752-59F1-4FDC-B379-7836964FE3E7}" presName="parentText" presStyleLbl="node1" presStyleIdx="0" presStyleCnt="6" custScaleY="100699" custLinFactNeighborY="-29063">
        <dgm:presLayoutVars>
          <dgm:chMax val="0"/>
          <dgm:bulletEnabled val="1"/>
        </dgm:presLayoutVars>
      </dgm:prSet>
      <dgm:spPr/>
    </dgm:pt>
    <dgm:pt modelId="{0601DA14-EB4C-DC42-A1E5-47BC867BFB97}" type="pres">
      <dgm:prSet presAssocID="{FA72FA5D-CB10-4BCA-B7EB-85FEBA9FF62A}" presName="spacer" presStyleCnt="0"/>
      <dgm:spPr/>
    </dgm:pt>
    <dgm:pt modelId="{B7408CCC-8EC6-6547-8185-4532500530E2}" type="pres">
      <dgm:prSet presAssocID="{E9CDE101-DC07-497A-9BDD-F18E1C71603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538DC58B-E563-7A41-94B9-305C52CE8798}" type="pres">
      <dgm:prSet presAssocID="{15121B68-1FA1-4660-BEEA-FB466BFF9CBE}" presName="spacer" presStyleCnt="0"/>
      <dgm:spPr/>
    </dgm:pt>
    <dgm:pt modelId="{070452A3-4E6C-6D4A-9689-080722939763}" type="pres">
      <dgm:prSet presAssocID="{50793C44-BFAF-47F9-B94D-5B7F766C14C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BA83EDD-FAFB-B34B-89DB-3F9992290572}" type="pres">
      <dgm:prSet presAssocID="{60D91D95-0B6C-4CC8-BFD5-D0F1C5D482CE}" presName="spacer" presStyleCnt="0"/>
      <dgm:spPr/>
    </dgm:pt>
    <dgm:pt modelId="{5DCE5412-6646-EF43-8EA0-CF0397715CB2}" type="pres">
      <dgm:prSet presAssocID="{37E83924-8A49-4340-9C67-B43C7A5EC46D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598910BA-B56B-4243-8A94-139937E8CBB9}" type="pres">
      <dgm:prSet presAssocID="{D2613121-826E-4111-80DE-1B64471F7F7E}" presName="spacer" presStyleCnt="0"/>
      <dgm:spPr/>
    </dgm:pt>
    <dgm:pt modelId="{615277E6-381A-684A-B5D9-E23EAED9644C}" type="pres">
      <dgm:prSet presAssocID="{02A1D1C2-67F9-48CC-89B6-DD634225DB7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A2074A6-4309-DA43-93C2-02C611AC8F7E}" type="pres">
      <dgm:prSet presAssocID="{24534253-3287-4392-9BA0-135E8354E21F}" presName="spacer" presStyleCnt="0"/>
      <dgm:spPr/>
    </dgm:pt>
    <dgm:pt modelId="{F25FA7A4-8D71-B343-ABBE-BF63B4743094}" type="pres">
      <dgm:prSet presAssocID="{AABA0EA1-25DE-42A4-A379-3650CC3ED94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6C1892A-978E-B84D-9FC1-E11969FFEC5F}" type="presOf" srcId="{37E83924-8A49-4340-9C67-B43C7A5EC46D}" destId="{5DCE5412-6646-EF43-8EA0-CF0397715CB2}" srcOrd="0" destOrd="0" presId="urn:microsoft.com/office/officeart/2005/8/layout/vList2"/>
    <dgm:cxn modelId="{0880C138-7203-4A3A-8329-83EF57895BE8}" srcId="{52CE5A9B-5ACA-451A-B7C8-1CB2F77A304A}" destId="{AABA0EA1-25DE-42A4-A379-3650CC3ED948}" srcOrd="5" destOrd="0" parTransId="{90C3217D-F037-404F-8A1B-E2864A14DF39}" sibTransId="{232C54ED-F634-4401-A168-8E1E697C5C9C}"/>
    <dgm:cxn modelId="{8250B846-6B6D-4B61-B80E-71410EEC1117}" srcId="{52CE5A9B-5ACA-451A-B7C8-1CB2F77A304A}" destId="{E9CDE101-DC07-497A-9BDD-F18E1C71603B}" srcOrd="1" destOrd="0" parTransId="{CF4DCE98-374F-4F19-B0B5-35F1BC3A9A32}" sibTransId="{15121B68-1FA1-4660-BEEA-FB466BFF9CBE}"/>
    <dgm:cxn modelId="{307AC259-0817-4850-8EFA-3F365810EF24}" srcId="{52CE5A9B-5ACA-451A-B7C8-1CB2F77A304A}" destId="{37E83924-8A49-4340-9C67-B43C7A5EC46D}" srcOrd="3" destOrd="0" parTransId="{5E44BBC6-C3BB-456F-BB69-0C3B5369C159}" sibTransId="{D2613121-826E-4111-80DE-1B64471F7F7E}"/>
    <dgm:cxn modelId="{35EC8A61-A75A-4146-8CE2-A81A0802CDDF}" type="presOf" srcId="{E9CDE101-DC07-497A-9BDD-F18E1C71603B}" destId="{B7408CCC-8EC6-6547-8185-4532500530E2}" srcOrd="0" destOrd="0" presId="urn:microsoft.com/office/officeart/2005/8/layout/vList2"/>
    <dgm:cxn modelId="{DADC6B63-B268-0F4B-89A3-3614B5AF285C}" type="presOf" srcId="{AABA0EA1-25DE-42A4-A379-3650CC3ED948}" destId="{F25FA7A4-8D71-B343-ABBE-BF63B4743094}" srcOrd="0" destOrd="0" presId="urn:microsoft.com/office/officeart/2005/8/layout/vList2"/>
    <dgm:cxn modelId="{25A07764-09CB-9A4E-8D44-8241438550FB}" type="presOf" srcId="{50793C44-BFAF-47F9-B94D-5B7F766C14CB}" destId="{070452A3-4E6C-6D4A-9689-080722939763}" srcOrd="0" destOrd="0" presId="urn:microsoft.com/office/officeart/2005/8/layout/vList2"/>
    <dgm:cxn modelId="{0021367F-4F5C-F846-B2A0-3BA63472B7EB}" type="presOf" srcId="{52CE5A9B-5ACA-451A-B7C8-1CB2F77A304A}" destId="{B6E35F0C-9A51-1B46-BE0C-FC305477952F}" srcOrd="0" destOrd="0" presId="urn:microsoft.com/office/officeart/2005/8/layout/vList2"/>
    <dgm:cxn modelId="{AED6888F-FE0A-435A-A515-B6EF5880E778}" srcId="{52CE5A9B-5ACA-451A-B7C8-1CB2F77A304A}" destId="{50793C44-BFAF-47F9-B94D-5B7F766C14CB}" srcOrd="2" destOrd="0" parTransId="{F77AC787-84CD-4DCB-9C86-4483BC4A1FCF}" sibTransId="{60D91D95-0B6C-4CC8-BFD5-D0F1C5D482CE}"/>
    <dgm:cxn modelId="{1AE75893-0E40-9E4C-886D-32B73DB6F510}" type="presOf" srcId="{64FEA752-59F1-4FDC-B379-7836964FE3E7}" destId="{F4C031A0-174D-A441-81C4-B0329E78E7D3}" srcOrd="0" destOrd="0" presId="urn:microsoft.com/office/officeart/2005/8/layout/vList2"/>
    <dgm:cxn modelId="{6D9648B5-24FB-4C8C-8D96-7146C1E77230}" srcId="{52CE5A9B-5ACA-451A-B7C8-1CB2F77A304A}" destId="{02A1D1C2-67F9-48CC-89B6-DD634225DB77}" srcOrd="4" destOrd="0" parTransId="{5825DE2F-13EA-41EA-A786-21EA156F79F4}" sibTransId="{24534253-3287-4392-9BA0-135E8354E21F}"/>
    <dgm:cxn modelId="{3681D8B9-B7E5-4CCC-8051-0D1AAAAA2C92}" srcId="{52CE5A9B-5ACA-451A-B7C8-1CB2F77A304A}" destId="{64FEA752-59F1-4FDC-B379-7836964FE3E7}" srcOrd="0" destOrd="0" parTransId="{B9C83467-F778-4C2F-B2FB-4A24A91E3188}" sibTransId="{FA72FA5D-CB10-4BCA-B7EB-85FEBA9FF62A}"/>
    <dgm:cxn modelId="{ABD36DCA-C28C-A543-A08A-9469009C16FB}" type="presOf" srcId="{02A1D1C2-67F9-48CC-89B6-DD634225DB77}" destId="{615277E6-381A-684A-B5D9-E23EAED9644C}" srcOrd="0" destOrd="0" presId="urn:microsoft.com/office/officeart/2005/8/layout/vList2"/>
    <dgm:cxn modelId="{91A834D2-C653-F442-A011-9A7D5515B293}" type="presParOf" srcId="{B6E35F0C-9A51-1B46-BE0C-FC305477952F}" destId="{F4C031A0-174D-A441-81C4-B0329E78E7D3}" srcOrd="0" destOrd="0" presId="urn:microsoft.com/office/officeart/2005/8/layout/vList2"/>
    <dgm:cxn modelId="{42DB6937-6394-C547-A94D-DC4CA3591D32}" type="presParOf" srcId="{B6E35F0C-9A51-1B46-BE0C-FC305477952F}" destId="{0601DA14-EB4C-DC42-A1E5-47BC867BFB97}" srcOrd="1" destOrd="0" presId="urn:microsoft.com/office/officeart/2005/8/layout/vList2"/>
    <dgm:cxn modelId="{63BCDB16-260B-384E-B00A-405A8CE6306E}" type="presParOf" srcId="{B6E35F0C-9A51-1B46-BE0C-FC305477952F}" destId="{B7408CCC-8EC6-6547-8185-4532500530E2}" srcOrd="2" destOrd="0" presId="urn:microsoft.com/office/officeart/2005/8/layout/vList2"/>
    <dgm:cxn modelId="{1820E410-1021-0049-BFA6-6F421B8CE8AB}" type="presParOf" srcId="{B6E35F0C-9A51-1B46-BE0C-FC305477952F}" destId="{538DC58B-E563-7A41-94B9-305C52CE8798}" srcOrd="3" destOrd="0" presId="urn:microsoft.com/office/officeart/2005/8/layout/vList2"/>
    <dgm:cxn modelId="{93E77BA7-6C8E-2A46-B52F-7EB116AA51A2}" type="presParOf" srcId="{B6E35F0C-9A51-1B46-BE0C-FC305477952F}" destId="{070452A3-4E6C-6D4A-9689-080722939763}" srcOrd="4" destOrd="0" presId="urn:microsoft.com/office/officeart/2005/8/layout/vList2"/>
    <dgm:cxn modelId="{7C309E6E-2D57-304F-A42E-58A3F9471B24}" type="presParOf" srcId="{B6E35F0C-9A51-1B46-BE0C-FC305477952F}" destId="{DBA83EDD-FAFB-B34B-89DB-3F9992290572}" srcOrd="5" destOrd="0" presId="urn:microsoft.com/office/officeart/2005/8/layout/vList2"/>
    <dgm:cxn modelId="{719BDA0A-3542-5142-88B6-418CD4D41175}" type="presParOf" srcId="{B6E35F0C-9A51-1B46-BE0C-FC305477952F}" destId="{5DCE5412-6646-EF43-8EA0-CF0397715CB2}" srcOrd="6" destOrd="0" presId="urn:microsoft.com/office/officeart/2005/8/layout/vList2"/>
    <dgm:cxn modelId="{D681EE9F-A331-CC43-8741-CDC4539BD6CE}" type="presParOf" srcId="{B6E35F0C-9A51-1B46-BE0C-FC305477952F}" destId="{598910BA-B56B-4243-8A94-139937E8CBB9}" srcOrd="7" destOrd="0" presId="urn:microsoft.com/office/officeart/2005/8/layout/vList2"/>
    <dgm:cxn modelId="{159C24BD-400B-714F-8E06-C1C239DF6549}" type="presParOf" srcId="{B6E35F0C-9A51-1B46-BE0C-FC305477952F}" destId="{615277E6-381A-684A-B5D9-E23EAED9644C}" srcOrd="8" destOrd="0" presId="urn:microsoft.com/office/officeart/2005/8/layout/vList2"/>
    <dgm:cxn modelId="{092B2B80-D960-E848-A421-BE3A78CFB426}" type="presParOf" srcId="{B6E35F0C-9A51-1B46-BE0C-FC305477952F}" destId="{DA2074A6-4309-DA43-93C2-02C611AC8F7E}" srcOrd="9" destOrd="0" presId="urn:microsoft.com/office/officeart/2005/8/layout/vList2"/>
    <dgm:cxn modelId="{A849B583-779F-6E4F-B05F-95A974C11599}" type="presParOf" srcId="{B6E35F0C-9A51-1B46-BE0C-FC305477952F}" destId="{F25FA7A4-8D71-B343-ABBE-BF63B4743094}" srcOrd="10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B63513E-A3A7-BC43-ACA8-8204C1F474B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1A3D8A-AC99-B54B-8A12-6EB26C437FCE}">
      <dgm:prSet custT="1"/>
      <dgm:spPr/>
      <dgm:t>
        <a:bodyPr/>
        <a:lstStyle/>
        <a:p>
          <a:r>
            <a:rPr lang="en-US" sz="270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rPr>
            <a:t>1. Histogram</a:t>
          </a:r>
          <a:endParaRPr lang="en-TR" sz="2700" dirty="0">
            <a:ln>
              <a:noFill/>
            </a:ln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12B8ED1-1ED5-B44E-A4A9-F821F198CEE0}" type="parTrans" cxnId="{75A136AA-8EEE-0C42-B5D9-BAAE406FFEEA}">
      <dgm:prSet/>
      <dgm:spPr/>
      <dgm:t>
        <a:bodyPr/>
        <a:lstStyle/>
        <a:p>
          <a:endParaRPr lang="en-US"/>
        </a:p>
      </dgm:t>
    </dgm:pt>
    <dgm:pt modelId="{3F0041F1-FBBB-3A45-89DA-81625E54CB6C}" type="sibTrans" cxnId="{75A136AA-8EEE-0C42-B5D9-BAAE406FFEEA}">
      <dgm:prSet/>
      <dgm:spPr/>
      <dgm:t>
        <a:bodyPr/>
        <a:lstStyle/>
        <a:p>
          <a:endParaRPr lang="en-US"/>
        </a:p>
      </dgm:t>
    </dgm:pt>
    <dgm:pt modelId="{CC815D34-73EF-8446-9FAB-F72DD410751A}">
      <dgm:prSet custT="1"/>
      <dgm:spPr/>
      <dgm:t>
        <a:bodyPr/>
        <a:lstStyle/>
        <a:p>
          <a:r>
            <a:rPr lang="en-US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2. Boxplot</a:t>
          </a:r>
          <a:endParaRPr lang="en-TR" sz="2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0265C6-F980-2144-A50E-7F51C98EEF02}" type="parTrans" cxnId="{3728B82F-4DC7-0B4E-BD49-B0248E1FFCB3}">
      <dgm:prSet/>
      <dgm:spPr/>
      <dgm:t>
        <a:bodyPr/>
        <a:lstStyle/>
        <a:p>
          <a:endParaRPr lang="en-US"/>
        </a:p>
      </dgm:t>
    </dgm:pt>
    <dgm:pt modelId="{2BA41714-D2F2-0D45-AD2B-470D4B052318}" type="sibTrans" cxnId="{3728B82F-4DC7-0B4E-BD49-B0248E1FFCB3}">
      <dgm:prSet/>
      <dgm:spPr/>
      <dgm:t>
        <a:bodyPr/>
        <a:lstStyle/>
        <a:p>
          <a:endParaRPr lang="en-US"/>
        </a:p>
      </dgm:t>
    </dgm:pt>
    <dgm:pt modelId="{BAC3E4DE-8274-DB48-B684-50B1770AD103}">
      <dgm:prSet custT="1"/>
      <dgm:spPr/>
      <dgm:t>
        <a:bodyPr/>
        <a:lstStyle/>
        <a:p>
          <a:r>
            <a:rPr lang="en-US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3. Bar chart</a:t>
          </a:r>
          <a:endParaRPr lang="en-TR" sz="2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6A71E27-F337-5542-B42F-8CDA88B8E137}" type="parTrans" cxnId="{CB186F4F-0366-D24B-B73E-AEF8C369E6ED}">
      <dgm:prSet/>
      <dgm:spPr/>
      <dgm:t>
        <a:bodyPr/>
        <a:lstStyle/>
        <a:p>
          <a:endParaRPr lang="en-US"/>
        </a:p>
      </dgm:t>
    </dgm:pt>
    <dgm:pt modelId="{552595F5-E5C9-9F4B-B20F-7D14A6EC6493}" type="sibTrans" cxnId="{CB186F4F-0366-D24B-B73E-AEF8C369E6ED}">
      <dgm:prSet/>
      <dgm:spPr/>
      <dgm:t>
        <a:bodyPr/>
        <a:lstStyle/>
        <a:p>
          <a:endParaRPr lang="en-US"/>
        </a:p>
      </dgm:t>
    </dgm:pt>
    <dgm:pt modelId="{9479EAB7-F8B9-C341-B94D-B6D17B6B6B42}">
      <dgm:prSet custT="1"/>
      <dgm:spPr/>
      <dgm:t>
        <a:bodyPr/>
        <a:lstStyle/>
        <a:p>
          <a:r>
            <a:rPr lang="en-US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4. Scatterplot with Regression Line </a:t>
          </a:r>
          <a:endParaRPr lang="en-TR" sz="2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33F293-2507-C949-BE85-A490D30265EC}" type="parTrans" cxnId="{94C780B5-D6F8-1B49-9827-892B7CD18175}">
      <dgm:prSet/>
      <dgm:spPr/>
      <dgm:t>
        <a:bodyPr/>
        <a:lstStyle/>
        <a:p>
          <a:endParaRPr lang="en-US"/>
        </a:p>
      </dgm:t>
    </dgm:pt>
    <dgm:pt modelId="{9ED42209-4994-0E44-9BFC-1236BF6ADBAD}" type="sibTrans" cxnId="{94C780B5-D6F8-1B49-9827-892B7CD18175}">
      <dgm:prSet/>
      <dgm:spPr/>
      <dgm:t>
        <a:bodyPr/>
        <a:lstStyle/>
        <a:p>
          <a:endParaRPr lang="en-US"/>
        </a:p>
      </dgm:t>
    </dgm:pt>
    <dgm:pt modelId="{6FDA18B4-8B99-9944-9957-5E2BB3B9D693}">
      <dgm:prSet custT="1"/>
      <dgm:spPr/>
      <dgm:t>
        <a:bodyPr anchor="b"/>
        <a:lstStyle/>
        <a:p>
          <a:r>
            <a:rPr lang="en-US" sz="2700" dirty="0">
              <a:latin typeface="Times New Roman" panose="02020603050405020304" pitchFamily="18" charset="0"/>
              <a:cs typeface="Times New Roman" panose="02020603050405020304" pitchFamily="18" charset="0"/>
            </a:rPr>
            <a:t>5. ML Scatterplots and Confusion Matrices</a:t>
          </a:r>
          <a:endParaRPr lang="en-TR" sz="27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674F88-A33E-7B47-A732-D07E33E682E4}" type="parTrans" cxnId="{EE69C7BE-8AFA-8844-B16D-2E60A3C62102}">
      <dgm:prSet/>
      <dgm:spPr/>
      <dgm:t>
        <a:bodyPr/>
        <a:lstStyle/>
        <a:p>
          <a:endParaRPr lang="en-US"/>
        </a:p>
      </dgm:t>
    </dgm:pt>
    <dgm:pt modelId="{CBC3A938-02BE-FD4C-8797-CFC459864B13}" type="sibTrans" cxnId="{EE69C7BE-8AFA-8844-B16D-2E60A3C62102}">
      <dgm:prSet/>
      <dgm:spPr/>
      <dgm:t>
        <a:bodyPr/>
        <a:lstStyle/>
        <a:p>
          <a:endParaRPr lang="en-US"/>
        </a:p>
      </dgm:t>
    </dgm:pt>
    <dgm:pt modelId="{5097287D-0ED0-FC4B-9318-C288B78694D0}" type="pres">
      <dgm:prSet presAssocID="{AB63513E-A3A7-BC43-ACA8-8204C1F474B5}" presName="linear" presStyleCnt="0">
        <dgm:presLayoutVars>
          <dgm:animLvl val="lvl"/>
          <dgm:resizeHandles val="exact"/>
        </dgm:presLayoutVars>
      </dgm:prSet>
      <dgm:spPr/>
    </dgm:pt>
    <dgm:pt modelId="{0CE46378-03F4-B049-A8F2-A891A1403180}" type="pres">
      <dgm:prSet presAssocID="{9B1A3D8A-AC99-B54B-8A12-6EB26C437FCE}" presName="parentText" presStyleLbl="node1" presStyleIdx="0" presStyleCnt="5" custScaleY="52620" custLinFactY="-34242" custLinFactNeighborY="-100000">
        <dgm:presLayoutVars>
          <dgm:chMax val="0"/>
          <dgm:bulletEnabled val="1"/>
        </dgm:presLayoutVars>
      </dgm:prSet>
      <dgm:spPr/>
    </dgm:pt>
    <dgm:pt modelId="{85E7F4D0-1AB1-DD4C-B088-EF8A8A413157}" type="pres">
      <dgm:prSet presAssocID="{3F0041F1-FBBB-3A45-89DA-81625E54CB6C}" presName="spacer" presStyleCnt="0"/>
      <dgm:spPr/>
    </dgm:pt>
    <dgm:pt modelId="{F861790A-562C-E94C-8CFA-693D5EBFABA8}" type="pres">
      <dgm:prSet presAssocID="{CC815D34-73EF-8446-9FAB-F72DD410751A}" presName="parentText" presStyleLbl="node1" presStyleIdx="1" presStyleCnt="5" custScaleY="52189" custLinFactNeighborY="-53301">
        <dgm:presLayoutVars>
          <dgm:chMax val="0"/>
          <dgm:bulletEnabled val="1"/>
        </dgm:presLayoutVars>
      </dgm:prSet>
      <dgm:spPr/>
    </dgm:pt>
    <dgm:pt modelId="{9F699116-4555-8D4D-80E3-DE2660E6C18C}" type="pres">
      <dgm:prSet presAssocID="{2BA41714-D2F2-0D45-AD2B-470D4B052318}" presName="spacer" presStyleCnt="0"/>
      <dgm:spPr/>
    </dgm:pt>
    <dgm:pt modelId="{D973E7BC-3C12-454C-A9E6-8BA7258E4508}" type="pres">
      <dgm:prSet presAssocID="{BAC3E4DE-8274-DB48-B684-50B1770AD103}" presName="parentText" presStyleLbl="node1" presStyleIdx="2" presStyleCnt="5" custScaleY="51282" custLinFactNeighborY="-85350">
        <dgm:presLayoutVars>
          <dgm:chMax val="0"/>
          <dgm:bulletEnabled val="1"/>
        </dgm:presLayoutVars>
      </dgm:prSet>
      <dgm:spPr/>
    </dgm:pt>
    <dgm:pt modelId="{E18A100E-E8DB-DC41-A9B7-A51B3DD80619}" type="pres">
      <dgm:prSet presAssocID="{552595F5-E5C9-9F4B-B20F-7D14A6EC6493}" presName="spacer" presStyleCnt="0"/>
      <dgm:spPr/>
    </dgm:pt>
    <dgm:pt modelId="{13CF3D1C-92F2-DF4A-B7E8-8C860B4A5AF4}" type="pres">
      <dgm:prSet presAssocID="{9479EAB7-F8B9-C341-B94D-B6D17B6B6B42}" presName="parentText" presStyleLbl="node1" presStyleIdx="3" presStyleCnt="5" custScaleY="78984" custLinFactY="-4310" custLinFactNeighborY="-100000">
        <dgm:presLayoutVars>
          <dgm:chMax val="0"/>
          <dgm:bulletEnabled val="1"/>
        </dgm:presLayoutVars>
      </dgm:prSet>
      <dgm:spPr/>
    </dgm:pt>
    <dgm:pt modelId="{1DA829E2-636C-DE4F-BFDE-32189BB31545}" type="pres">
      <dgm:prSet presAssocID="{9ED42209-4994-0E44-9BFC-1236BF6ADBAD}" presName="spacer" presStyleCnt="0"/>
      <dgm:spPr/>
    </dgm:pt>
    <dgm:pt modelId="{F3679162-C6D6-D143-ABC2-AA078A996413}" type="pres">
      <dgm:prSet presAssocID="{6FDA18B4-8B99-9944-9957-5E2BB3B9D693}" presName="parentText" presStyleLbl="node1" presStyleIdx="4" presStyleCnt="5" custScaleY="79026" custLinFactY="-10465" custLinFactNeighborY="-100000">
        <dgm:presLayoutVars>
          <dgm:chMax val="0"/>
          <dgm:bulletEnabled val="1"/>
        </dgm:presLayoutVars>
      </dgm:prSet>
      <dgm:spPr/>
    </dgm:pt>
  </dgm:ptLst>
  <dgm:cxnLst>
    <dgm:cxn modelId="{69FE3A25-5A29-7842-9C82-E2104D02F578}" type="presOf" srcId="{6FDA18B4-8B99-9944-9957-5E2BB3B9D693}" destId="{F3679162-C6D6-D143-ABC2-AA078A996413}" srcOrd="0" destOrd="0" presId="urn:microsoft.com/office/officeart/2005/8/layout/vList2"/>
    <dgm:cxn modelId="{3728B82F-4DC7-0B4E-BD49-B0248E1FFCB3}" srcId="{AB63513E-A3A7-BC43-ACA8-8204C1F474B5}" destId="{CC815D34-73EF-8446-9FAB-F72DD410751A}" srcOrd="1" destOrd="0" parTransId="{180265C6-F980-2144-A50E-7F51C98EEF02}" sibTransId="{2BA41714-D2F2-0D45-AD2B-470D4B052318}"/>
    <dgm:cxn modelId="{ED7FE632-2F60-3A4D-8198-FB251D3323A4}" type="presOf" srcId="{AB63513E-A3A7-BC43-ACA8-8204C1F474B5}" destId="{5097287D-0ED0-FC4B-9318-C288B78694D0}" srcOrd="0" destOrd="0" presId="urn:microsoft.com/office/officeart/2005/8/layout/vList2"/>
    <dgm:cxn modelId="{094C8644-EFD5-B24D-8368-612D0FD41983}" type="presOf" srcId="{9B1A3D8A-AC99-B54B-8A12-6EB26C437FCE}" destId="{0CE46378-03F4-B049-A8F2-A891A1403180}" srcOrd="0" destOrd="0" presId="urn:microsoft.com/office/officeart/2005/8/layout/vList2"/>
    <dgm:cxn modelId="{CB186F4F-0366-D24B-B73E-AEF8C369E6ED}" srcId="{AB63513E-A3A7-BC43-ACA8-8204C1F474B5}" destId="{BAC3E4DE-8274-DB48-B684-50B1770AD103}" srcOrd="2" destOrd="0" parTransId="{B6A71E27-F337-5542-B42F-8CDA88B8E137}" sibTransId="{552595F5-E5C9-9F4B-B20F-7D14A6EC6493}"/>
    <dgm:cxn modelId="{3423158F-145C-634A-BDC0-80F80B8D289A}" type="presOf" srcId="{BAC3E4DE-8274-DB48-B684-50B1770AD103}" destId="{D973E7BC-3C12-454C-A9E6-8BA7258E4508}" srcOrd="0" destOrd="0" presId="urn:microsoft.com/office/officeart/2005/8/layout/vList2"/>
    <dgm:cxn modelId="{75A136AA-8EEE-0C42-B5D9-BAAE406FFEEA}" srcId="{AB63513E-A3A7-BC43-ACA8-8204C1F474B5}" destId="{9B1A3D8A-AC99-B54B-8A12-6EB26C437FCE}" srcOrd="0" destOrd="0" parTransId="{012B8ED1-1ED5-B44E-A4A9-F821F198CEE0}" sibTransId="{3F0041F1-FBBB-3A45-89DA-81625E54CB6C}"/>
    <dgm:cxn modelId="{94C780B5-D6F8-1B49-9827-892B7CD18175}" srcId="{AB63513E-A3A7-BC43-ACA8-8204C1F474B5}" destId="{9479EAB7-F8B9-C341-B94D-B6D17B6B6B42}" srcOrd="3" destOrd="0" parTransId="{8133F293-2507-C949-BE85-A490D30265EC}" sibTransId="{9ED42209-4994-0E44-9BFC-1236BF6ADBAD}"/>
    <dgm:cxn modelId="{EE69C7BE-8AFA-8844-B16D-2E60A3C62102}" srcId="{AB63513E-A3A7-BC43-ACA8-8204C1F474B5}" destId="{6FDA18B4-8B99-9944-9957-5E2BB3B9D693}" srcOrd="4" destOrd="0" parTransId="{CB674F88-A33E-7B47-A732-D07E33E682E4}" sibTransId="{CBC3A938-02BE-FD4C-8797-CFC459864B13}"/>
    <dgm:cxn modelId="{4F08A8C0-BC76-954E-B729-153CE5999C1F}" type="presOf" srcId="{CC815D34-73EF-8446-9FAB-F72DD410751A}" destId="{F861790A-562C-E94C-8CFA-693D5EBFABA8}" srcOrd="0" destOrd="0" presId="urn:microsoft.com/office/officeart/2005/8/layout/vList2"/>
    <dgm:cxn modelId="{B5532FEF-AB3E-BC4B-B8F8-49E7606D0D4F}" type="presOf" srcId="{9479EAB7-F8B9-C341-B94D-B6D17B6B6B42}" destId="{13CF3D1C-92F2-DF4A-B7E8-8C860B4A5AF4}" srcOrd="0" destOrd="0" presId="urn:microsoft.com/office/officeart/2005/8/layout/vList2"/>
    <dgm:cxn modelId="{6EFFCD41-0B2F-8143-83B7-8B1D223EA5ED}" type="presParOf" srcId="{5097287D-0ED0-FC4B-9318-C288B78694D0}" destId="{0CE46378-03F4-B049-A8F2-A891A1403180}" srcOrd="0" destOrd="0" presId="urn:microsoft.com/office/officeart/2005/8/layout/vList2"/>
    <dgm:cxn modelId="{ED37D00E-8250-4949-9DD7-861C9A666715}" type="presParOf" srcId="{5097287D-0ED0-FC4B-9318-C288B78694D0}" destId="{85E7F4D0-1AB1-DD4C-B088-EF8A8A413157}" srcOrd="1" destOrd="0" presId="urn:microsoft.com/office/officeart/2005/8/layout/vList2"/>
    <dgm:cxn modelId="{907F73EA-E453-7343-A825-9156A0A5016E}" type="presParOf" srcId="{5097287D-0ED0-FC4B-9318-C288B78694D0}" destId="{F861790A-562C-E94C-8CFA-693D5EBFABA8}" srcOrd="2" destOrd="0" presId="urn:microsoft.com/office/officeart/2005/8/layout/vList2"/>
    <dgm:cxn modelId="{DEA11ED2-B54C-AB4B-9D4C-48F8D4E91A03}" type="presParOf" srcId="{5097287D-0ED0-FC4B-9318-C288B78694D0}" destId="{9F699116-4555-8D4D-80E3-DE2660E6C18C}" srcOrd="3" destOrd="0" presId="urn:microsoft.com/office/officeart/2005/8/layout/vList2"/>
    <dgm:cxn modelId="{0D71615F-089B-DA4A-80C4-C744AA3689AA}" type="presParOf" srcId="{5097287D-0ED0-FC4B-9318-C288B78694D0}" destId="{D973E7BC-3C12-454C-A9E6-8BA7258E4508}" srcOrd="4" destOrd="0" presId="urn:microsoft.com/office/officeart/2005/8/layout/vList2"/>
    <dgm:cxn modelId="{EB40E754-62D8-9A4E-8C23-156610433A58}" type="presParOf" srcId="{5097287D-0ED0-FC4B-9318-C288B78694D0}" destId="{E18A100E-E8DB-DC41-A9B7-A51B3DD80619}" srcOrd="5" destOrd="0" presId="urn:microsoft.com/office/officeart/2005/8/layout/vList2"/>
    <dgm:cxn modelId="{418EA11A-2AA6-E94B-980F-E7ADD453E6B2}" type="presParOf" srcId="{5097287D-0ED0-FC4B-9318-C288B78694D0}" destId="{13CF3D1C-92F2-DF4A-B7E8-8C860B4A5AF4}" srcOrd="6" destOrd="0" presId="urn:microsoft.com/office/officeart/2005/8/layout/vList2"/>
    <dgm:cxn modelId="{DEA6D038-BBB1-DD4E-9547-5F2138D26B09}" type="presParOf" srcId="{5097287D-0ED0-FC4B-9318-C288B78694D0}" destId="{1DA829E2-636C-DE4F-BFDE-32189BB31545}" srcOrd="7" destOrd="0" presId="urn:microsoft.com/office/officeart/2005/8/layout/vList2"/>
    <dgm:cxn modelId="{C7C1AD6B-B1F9-0D49-9005-307ECD41A3AE}" type="presParOf" srcId="{5097287D-0ED0-FC4B-9318-C288B78694D0}" destId="{F3679162-C6D6-D143-ABC2-AA078A99641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D98BE92-B988-814E-9621-C640DCC4EB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3FB049-3D78-AE40-A34D-0B91192F8239}">
      <dgm:prSet custT="1"/>
      <dgm:spPr>
        <a:noFill/>
      </dgm:spPr>
      <dgm:t>
        <a:bodyPr/>
        <a:lstStyle/>
        <a:p>
          <a:r>
            <a:rPr lang="en-US" sz="1800" b="0" i="0">
              <a:latin typeface="Times New Roman" panose="02020603050405020304" pitchFamily="18" charset="0"/>
              <a:cs typeface="Times New Roman" panose="02020603050405020304" pitchFamily="18" charset="0"/>
            </a:rPr>
            <a:t>Null hypothesis (H₀): There is no significant difference in Instagram screen time between bad and good weather days.</a:t>
          </a:r>
          <a:endParaRPr lang="en-TR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A781557-96FC-E74C-A4EE-1669D51A61B0}" type="parTrans" cxnId="{2A0D7A25-C3CB-3C4F-9AE2-9DBBC106D9B6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FC8093-1C58-C34A-878E-71682D694D6E}" type="sibTrans" cxnId="{2A0D7A25-C3CB-3C4F-9AE2-9DBBC106D9B6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70CBDB-131A-5446-8480-80FC3F06177A}">
      <dgm:prSet custT="1"/>
      <dgm:spPr>
        <a:noFill/>
      </dgm:spPr>
      <dgm:t>
        <a:bodyPr/>
        <a:lstStyle/>
        <a:p>
          <a:r>
            <a:rPr lang="en-US" sz="1800" b="0" i="0" dirty="0">
              <a:latin typeface="Times New Roman" panose="02020603050405020304" pitchFamily="18" charset="0"/>
              <a:cs typeface="Times New Roman" panose="02020603050405020304" pitchFamily="18" charset="0"/>
            </a:rPr>
            <a:t>Alternative hypothesis (H₁): Instagram screen time is significantly higher during bad weather days.</a:t>
          </a:r>
          <a:endParaRPr lang="en-TR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2BE647-39C0-C149-AFE7-4C3E1B67F727}" type="parTrans" cxnId="{C46CA6DE-F30F-9E42-8327-D7A1A6A53E45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D78FB76-7A2C-3346-81BF-DC190542D4B1}" type="sibTrans" cxnId="{C46CA6DE-F30F-9E42-8327-D7A1A6A53E45}">
      <dgm:prSet/>
      <dgm:spPr/>
      <dgm:t>
        <a:bodyPr/>
        <a:lstStyle/>
        <a:p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A911ACA-268B-234A-A527-EA5422541889}" type="pres">
      <dgm:prSet presAssocID="{CD98BE92-B988-814E-9621-C640DCC4EBD9}" presName="linear" presStyleCnt="0">
        <dgm:presLayoutVars>
          <dgm:animLvl val="lvl"/>
          <dgm:resizeHandles val="exact"/>
        </dgm:presLayoutVars>
      </dgm:prSet>
      <dgm:spPr/>
    </dgm:pt>
    <dgm:pt modelId="{F3A512F9-2D59-5B47-AD23-BD1C87EAFAF0}" type="pres">
      <dgm:prSet presAssocID="{223FB049-3D78-AE40-A34D-0B91192F823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034F96B-0452-3A45-8CF4-5E6CB7B226F7}" type="pres">
      <dgm:prSet presAssocID="{09FC8093-1C58-C34A-878E-71682D694D6E}" presName="spacer" presStyleCnt="0"/>
      <dgm:spPr/>
    </dgm:pt>
    <dgm:pt modelId="{CB33B0B5-BC8B-CE42-B2BD-67703D885DFE}" type="pres">
      <dgm:prSet presAssocID="{0970CBDB-131A-5446-8480-80FC3F06177A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659D619-067C-1545-8940-ED29F62766EC}" type="presOf" srcId="{CD98BE92-B988-814E-9621-C640DCC4EBD9}" destId="{5A911ACA-268B-234A-A527-EA5422541889}" srcOrd="0" destOrd="0" presId="urn:microsoft.com/office/officeart/2005/8/layout/vList2"/>
    <dgm:cxn modelId="{1412BA1A-AF1A-964A-A682-782912E1B394}" type="presOf" srcId="{223FB049-3D78-AE40-A34D-0B91192F8239}" destId="{F3A512F9-2D59-5B47-AD23-BD1C87EAFAF0}" srcOrd="0" destOrd="0" presId="urn:microsoft.com/office/officeart/2005/8/layout/vList2"/>
    <dgm:cxn modelId="{2A0D7A25-C3CB-3C4F-9AE2-9DBBC106D9B6}" srcId="{CD98BE92-B988-814E-9621-C640DCC4EBD9}" destId="{223FB049-3D78-AE40-A34D-0B91192F8239}" srcOrd="0" destOrd="0" parTransId="{7A781557-96FC-E74C-A4EE-1669D51A61B0}" sibTransId="{09FC8093-1C58-C34A-878E-71682D694D6E}"/>
    <dgm:cxn modelId="{A10BA994-D41E-F344-8922-5B01DF8597CD}" type="presOf" srcId="{0970CBDB-131A-5446-8480-80FC3F06177A}" destId="{CB33B0B5-BC8B-CE42-B2BD-67703D885DFE}" srcOrd="0" destOrd="0" presId="urn:microsoft.com/office/officeart/2005/8/layout/vList2"/>
    <dgm:cxn modelId="{C46CA6DE-F30F-9E42-8327-D7A1A6A53E45}" srcId="{CD98BE92-B988-814E-9621-C640DCC4EBD9}" destId="{0970CBDB-131A-5446-8480-80FC3F06177A}" srcOrd="1" destOrd="0" parTransId="{372BE647-39C0-C149-AFE7-4C3E1B67F727}" sibTransId="{0D78FB76-7A2C-3346-81BF-DC190542D4B1}"/>
    <dgm:cxn modelId="{4E557E14-0AC3-A147-8B62-794B1D44A522}" type="presParOf" srcId="{5A911ACA-268B-234A-A527-EA5422541889}" destId="{F3A512F9-2D59-5B47-AD23-BD1C87EAFAF0}" srcOrd="0" destOrd="0" presId="urn:microsoft.com/office/officeart/2005/8/layout/vList2"/>
    <dgm:cxn modelId="{BBE8DB62-373F-4141-94CD-9B774731182F}" type="presParOf" srcId="{5A911ACA-268B-234A-A527-EA5422541889}" destId="{F034F96B-0452-3A45-8CF4-5E6CB7B226F7}" srcOrd="1" destOrd="0" presId="urn:microsoft.com/office/officeart/2005/8/layout/vList2"/>
    <dgm:cxn modelId="{319EF243-6563-244D-BD35-022678727145}" type="presParOf" srcId="{5A911ACA-268B-234A-A527-EA5422541889}" destId="{CB33B0B5-BC8B-CE42-B2BD-67703D885DF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A2807DE-21CD-A142-86D0-7B1D5878F05B}" type="doc">
      <dgm:prSet loTypeId="urn:microsoft.com/office/officeart/2005/8/layout/process4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2A3881-B6FF-F544-BFCF-31CF63D0A7F4}">
      <dgm:prSet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Pearson Correlation: 0.49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T-test: T = 4.52, P = 0.000031</a:t>
          </a:r>
          <a:endParaRPr lang="en-TR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F4E2CAD-D785-9D47-A80D-0C081DD40BF6}" type="parTrans" cxnId="{AD383DFD-3000-2C4D-A480-35321CF32791}">
      <dgm:prSet/>
      <dgm:spPr/>
      <dgm:t>
        <a:bodyPr/>
        <a:lstStyle/>
        <a:p>
          <a:endParaRPr lang="en-US"/>
        </a:p>
      </dgm:t>
    </dgm:pt>
    <dgm:pt modelId="{1465C972-8EA7-9B48-AA09-25BB79FF12F5}" type="sibTrans" cxnId="{AD383DFD-3000-2C4D-A480-35321CF32791}">
      <dgm:prSet/>
      <dgm:spPr/>
      <dgm:t>
        <a:bodyPr/>
        <a:lstStyle/>
        <a:p>
          <a:endParaRPr lang="en-US"/>
        </a:p>
      </dgm:t>
    </dgm:pt>
    <dgm:pt modelId="{C50B4D44-4A18-FD44-9745-BDC80C44B0E8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Instagram screen time significantly increases during bad weather.</a:t>
          </a:r>
          <a:endParaRPr lang="en-TR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EE4A9C-221A-F14D-AD77-1C825674C6FB}" type="parTrans" cxnId="{B392E0E3-CD73-4442-9501-7723BAB9B06F}">
      <dgm:prSet/>
      <dgm:spPr/>
      <dgm:t>
        <a:bodyPr/>
        <a:lstStyle/>
        <a:p>
          <a:endParaRPr lang="en-US"/>
        </a:p>
      </dgm:t>
    </dgm:pt>
    <dgm:pt modelId="{D27AFFED-1A10-594D-B34F-EB2FB1D57ABD}" type="sibTrans" cxnId="{B392E0E3-CD73-4442-9501-7723BAB9B06F}">
      <dgm:prSet/>
      <dgm:spPr/>
      <dgm:t>
        <a:bodyPr/>
        <a:lstStyle/>
        <a:p>
          <a:endParaRPr lang="en-US"/>
        </a:p>
      </dgm:t>
    </dgm:pt>
    <dgm:pt modelId="{5B7EC49C-7B51-7744-A509-BE0BFC66C2E0}" type="pres">
      <dgm:prSet presAssocID="{6A2807DE-21CD-A142-86D0-7B1D5878F05B}" presName="Name0" presStyleCnt="0">
        <dgm:presLayoutVars>
          <dgm:dir/>
          <dgm:animLvl val="lvl"/>
          <dgm:resizeHandles val="exact"/>
        </dgm:presLayoutVars>
      </dgm:prSet>
      <dgm:spPr/>
    </dgm:pt>
    <dgm:pt modelId="{E51B82C4-26BC-1441-9DA3-7481220B506F}" type="pres">
      <dgm:prSet presAssocID="{C50B4D44-4A18-FD44-9745-BDC80C44B0E8}" presName="boxAndChildren" presStyleCnt="0"/>
      <dgm:spPr/>
    </dgm:pt>
    <dgm:pt modelId="{3A66B414-BF4F-3746-BC4F-26500F5CE10C}" type="pres">
      <dgm:prSet presAssocID="{C50B4D44-4A18-FD44-9745-BDC80C44B0E8}" presName="parentTextBox" presStyleLbl="node1" presStyleIdx="0" presStyleCnt="2" custScaleY="31143" custLinFactNeighborX="-56" custLinFactNeighborY="16476"/>
      <dgm:spPr>
        <a:prstGeom prst="roundRect">
          <a:avLst/>
        </a:prstGeom>
      </dgm:spPr>
    </dgm:pt>
    <dgm:pt modelId="{FB5224B0-BD18-3443-9EB9-F1350CF01C7E}" type="pres">
      <dgm:prSet presAssocID="{1465C972-8EA7-9B48-AA09-25BB79FF12F5}" presName="sp" presStyleCnt="0"/>
      <dgm:spPr/>
    </dgm:pt>
    <dgm:pt modelId="{7A92FECC-74AF-E44A-AA15-27BB5E9FF8ED}" type="pres">
      <dgm:prSet presAssocID="{CE2A3881-B6FF-F544-BFCF-31CF63D0A7F4}" presName="arrowAndChildren" presStyleCnt="0"/>
      <dgm:spPr/>
    </dgm:pt>
    <dgm:pt modelId="{B6AACF75-E211-DC4E-A710-6A43F9844C6E}" type="pres">
      <dgm:prSet presAssocID="{CE2A3881-B6FF-F544-BFCF-31CF63D0A7F4}" presName="parentTextArrow" presStyleLbl="node1" presStyleIdx="1" presStyleCnt="2" custScaleY="20249" custLinFactNeighborY="-5415"/>
      <dgm:spPr>
        <a:prstGeom prst="roundRect">
          <a:avLst/>
        </a:prstGeom>
      </dgm:spPr>
    </dgm:pt>
  </dgm:ptLst>
  <dgm:cxnLst>
    <dgm:cxn modelId="{60A9CF76-EDD0-8844-87D4-1DB11C2FF0DA}" type="presOf" srcId="{CE2A3881-B6FF-F544-BFCF-31CF63D0A7F4}" destId="{B6AACF75-E211-DC4E-A710-6A43F9844C6E}" srcOrd="0" destOrd="0" presId="urn:microsoft.com/office/officeart/2005/8/layout/process4"/>
    <dgm:cxn modelId="{17DA82CB-6000-A344-86E3-D96408C98033}" type="presOf" srcId="{C50B4D44-4A18-FD44-9745-BDC80C44B0E8}" destId="{3A66B414-BF4F-3746-BC4F-26500F5CE10C}" srcOrd="0" destOrd="0" presId="urn:microsoft.com/office/officeart/2005/8/layout/process4"/>
    <dgm:cxn modelId="{B392E0E3-CD73-4442-9501-7723BAB9B06F}" srcId="{6A2807DE-21CD-A142-86D0-7B1D5878F05B}" destId="{C50B4D44-4A18-FD44-9745-BDC80C44B0E8}" srcOrd="1" destOrd="0" parTransId="{85EE4A9C-221A-F14D-AD77-1C825674C6FB}" sibTransId="{D27AFFED-1A10-594D-B34F-EB2FB1D57ABD}"/>
    <dgm:cxn modelId="{4E1714EC-EE83-A14D-B76D-B411E4A05537}" type="presOf" srcId="{6A2807DE-21CD-A142-86D0-7B1D5878F05B}" destId="{5B7EC49C-7B51-7744-A509-BE0BFC66C2E0}" srcOrd="0" destOrd="0" presId="urn:microsoft.com/office/officeart/2005/8/layout/process4"/>
    <dgm:cxn modelId="{AD383DFD-3000-2C4D-A480-35321CF32791}" srcId="{6A2807DE-21CD-A142-86D0-7B1D5878F05B}" destId="{CE2A3881-B6FF-F544-BFCF-31CF63D0A7F4}" srcOrd="0" destOrd="0" parTransId="{5F4E2CAD-D785-9D47-A80D-0C081DD40BF6}" sibTransId="{1465C972-8EA7-9B48-AA09-25BB79FF12F5}"/>
    <dgm:cxn modelId="{13F9DE41-E23E-9B49-9F9A-04599545FBCD}" type="presParOf" srcId="{5B7EC49C-7B51-7744-A509-BE0BFC66C2E0}" destId="{E51B82C4-26BC-1441-9DA3-7481220B506F}" srcOrd="0" destOrd="0" presId="urn:microsoft.com/office/officeart/2005/8/layout/process4"/>
    <dgm:cxn modelId="{7D238077-E34C-C848-91B2-1B61E531AAA2}" type="presParOf" srcId="{E51B82C4-26BC-1441-9DA3-7481220B506F}" destId="{3A66B414-BF4F-3746-BC4F-26500F5CE10C}" srcOrd="0" destOrd="0" presId="urn:microsoft.com/office/officeart/2005/8/layout/process4"/>
    <dgm:cxn modelId="{3BC265DD-E396-8944-9A9F-6C9D8CD8DD8E}" type="presParOf" srcId="{5B7EC49C-7B51-7744-A509-BE0BFC66C2E0}" destId="{FB5224B0-BD18-3443-9EB9-F1350CF01C7E}" srcOrd="1" destOrd="0" presId="urn:microsoft.com/office/officeart/2005/8/layout/process4"/>
    <dgm:cxn modelId="{333EB889-C198-1548-AB51-9F0F4133257E}" type="presParOf" srcId="{5B7EC49C-7B51-7744-A509-BE0BFC66C2E0}" destId="{7A92FECC-74AF-E44A-AA15-27BB5E9FF8ED}" srcOrd="2" destOrd="0" presId="urn:microsoft.com/office/officeart/2005/8/layout/process4"/>
    <dgm:cxn modelId="{33814832-7AF6-4642-BFCA-95CC9B1C1918}" type="presParOf" srcId="{7A92FECC-74AF-E44A-AA15-27BB5E9FF8ED}" destId="{B6AACF75-E211-DC4E-A710-6A43F9844C6E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3A6D58C-7F54-3942-B0C6-8DC61207E6F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2895E6-1309-D449-8499-9FB666BFAB17}">
      <dgm:prSet/>
      <dgm:spPr>
        <a:noFill/>
      </dgm:spPr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Used cross-validation to evaluate:</a:t>
          </a:r>
          <a:endParaRPr lang="en-TR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AF2B98-D6AD-4046-9A08-1229ADF0A981}" type="parTrans" cxnId="{F2B56BAD-7F29-A74C-AB36-7B58A4BFECE8}">
      <dgm:prSet/>
      <dgm:spPr/>
      <dgm:t>
        <a:bodyPr/>
        <a:lstStyle/>
        <a:p>
          <a:endParaRPr lang="en-US"/>
        </a:p>
      </dgm:t>
    </dgm:pt>
    <dgm:pt modelId="{15D37AF7-995D-4E42-B062-979ACDB5CDE6}" type="sibTrans" cxnId="{F2B56BAD-7F29-A74C-AB36-7B58A4BFECE8}">
      <dgm:prSet/>
      <dgm:spPr/>
      <dgm:t>
        <a:bodyPr/>
        <a:lstStyle/>
        <a:p>
          <a:endParaRPr lang="en-US"/>
        </a:p>
      </dgm:t>
    </dgm:pt>
    <dgm:pt modelId="{C7CF5841-9D6C-B84C-B764-87EA8375A157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1. Random Forest</a:t>
          </a:r>
          <a:endParaRPr lang="en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3C17AF7-3A99-5D49-AEE7-9F156B8A16F7}" type="parTrans" cxnId="{855EE190-771D-3248-B3ED-71A7F58AED0E}">
      <dgm:prSet/>
      <dgm:spPr/>
      <dgm:t>
        <a:bodyPr/>
        <a:lstStyle/>
        <a:p>
          <a:endParaRPr lang="en-US"/>
        </a:p>
      </dgm:t>
    </dgm:pt>
    <dgm:pt modelId="{287CD652-3DAC-7544-BCDC-3F9AF3AAF71C}" type="sibTrans" cxnId="{855EE190-771D-3248-B3ED-71A7F58AED0E}">
      <dgm:prSet/>
      <dgm:spPr/>
      <dgm:t>
        <a:bodyPr/>
        <a:lstStyle/>
        <a:p>
          <a:endParaRPr lang="en-US"/>
        </a:p>
      </dgm:t>
    </dgm:pt>
    <dgm:pt modelId="{249ED6E5-8A4D-5E49-9B82-34A37E4FF32F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2. K-Nearest Neighbors (KNN)</a:t>
          </a:r>
          <a:endParaRPr lang="en-TR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8D3BE70-4971-3B42-904B-E330B096CB9F}" type="parTrans" cxnId="{D92DDE2F-A7AB-4942-B27D-4AD281CC3C59}">
      <dgm:prSet/>
      <dgm:spPr/>
      <dgm:t>
        <a:bodyPr/>
        <a:lstStyle/>
        <a:p>
          <a:endParaRPr lang="en-US"/>
        </a:p>
      </dgm:t>
    </dgm:pt>
    <dgm:pt modelId="{0D57B538-5015-E940-B78F-0CFB2FBA3068}" type="sibTrans" cxnId="{D92DDE2F-A7AB-4942-B27D-4AD281CC3C59}">
      <dgm:prSet/>
      <dgm:spPr/>
      <dgm:t>
        <a:bodyPr/>
        <a:lstStyle/>
        <a:p>
          <a:endParaRPr lang="en-US"/>
        </a:p>
      </dgm:t>
    </dgm:pt>
    <dgm:pt modelId="{958A07FB-1314-C54B-BD8B-5E8251EF984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3. Support Vector Regression (SVR) </a:t>
          </a:r>
          <a:endParaRPr lang="en-TR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880AB5F-F402-4A44-8806-D664B90F8989}" type="parTrans" cxnId="{720506E7-C6DE-CD49-BB8E-F858FBB1FA34}">
      <dgm:prSet/>
      <dgm:spPr/>
      <dgm:t>
        <a:bodyPr/>
        <a:lstStyle/>
        <a:p>
          <a:endParaRPr lang="en-US"/>
        </a:p>
      </dgm:t>
    </dgm:pt>
    <dgm:pt modelId="{C9EF36E6-A463-3D4A-9EA3-BE57B67DACE0}" type="sibTrans" cxnId="{720506E7-C6DE-CD49-BB8E-F858FBB1FA34}">
      <dgm:prSet/>
      <dgm:spPr/>
      <dgm:t>
        <a:bodyPr/>
        <a:lstStyle/>
        <a:p>
          <a:endParaRPr lang="en-US"/>
        </a:p>
      </dgm:t>
    </dgm:pt>
    <dgm:pt modelId="{DE9DA143-C7DB-ED4C-B846-DA60B1CA0A1D}" type="pres">
      <dgm:prSet presAssocID="{93A6D58C-7F54-3942-B0C6-8DC61207E6FB}" presName="linear" presStyleCnt="0">
        <dgm:presLayoutVars>
          <dgm:animLvl val="lvl"/>
          <dgm:resizeHandles val="exact"/>
        </dgm:presLayoutVars>
      </dgm:prSet>
      <dgm:spPr/>
    </dgm:pt>
    <dgm:pt modelId="{BDD4E8CE-C2F0-7648-A3AE-01DD2F81FB57}" type="pres">
      <dgm:prSet presAssocID="{372895E6-1309-D449-8499-9FB666BFAB1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91BD3B0-DA00-A84D-AB40-EE0FA6C35E8B}" type="pres">
      <dgm:prSet presAssocID="{15D37AF7-995D-4E42-B062-979ACDB5CDE6}" presName="spacer" presStyleCnt="0"/>
      <dgm:spPr/>
    </dgm:pt>
    <dgm:pt modelId="{A5315A1A-375F-0148-B21D-97FFCFFCA6DE}" type="pres">
      <dgm:prSet presAssocID="{C7CF5841-9D6C-B84C-B764-87EA8375A15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7E2F95D-B8F7-6249-841A-2723404CA602}" type="pres">
      <dgm:prSet presAssocID="{287CD652-3DAC-7544-BCDC-3F9AF3AAF71C}" presName="spacer" presStyleCnt="0"/>
      <dgm:spPr/>
    </dgm:pt>
    <dgm:pt modelId="{CA5CCA1C-3CB0-E747-98A2-C236F749D02C}" type="pres">
      <dgm:prSet presAssocID="{249ED6E5-8A4D-5E49-9B82-34A37E4FF32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5ECAC47-59F2-764C-8684-FEE028566971}" type="pres">
      <dgm:prSet presAssocID="{0D57B538-5015-E940-B78F-0CFB2FBA3068}" presName="spacer" presStyleCnt="0"/>
      <dgm:spPr/>
    </dgm:pt>
    <dgm:pt modelId="{341636E1-021D-D545-B416-DA63BCD413B4}" type="pres">
      <dgm:prSet presAssocID="{958A07FB-1314-C54B-BD8B-5E8251EF984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379F913-31A4-4346-9527-7C92B5ED018A}" type="presOf" srcId="{958A07FB-1314-C54B-BD8B-5E8251EF9849}" destId="{341636E1-021D-D545-B416-DA63BCD413B4}" srcOrd="0" destOrd="0" presId="urn:microsoft.com/office/officeart/2005/8/layout/vList2"/>
    <dgm:cxn modelId="{DDD54C15-8712-7E41-BF50-334EC02B22B5}" type="presOf" srcId="{93A6D58C-7F54-3942-B0C6-8DC61207E6FB}" destId="{DE9DA143-C7DB-ED4C-B846-DA60B1CA0A1D}" srcOrd="0" destOrd="0" presId="urn:microsoft.com/office/officeart/2005/8/layout/vList2"/>
    <dgm:cxn modelId="{D92DDE2F-A7AB-4942-B27D-4AD281CC3C59}" srcId="{93A6D58C-7F54-3942-B0C6-8DC61207E6FB}" destId="{249ED6E5-8A4D-5E49-9B82-34A37E4FF32F}" srcOrd="2" destOrd="0" parTransId="{F8D3BE70-4971-3B42-904B-E330B096CB9F}" sibTransId="{0D57B538-5015-E940-B78F-0CFB2FBA3068}"/>
    <dgm:cxn modelId="{4097AB40-46FB-5E4E-A54E-3AC342448754}" type="presOf" srcId="{372895E6-1309-D449-8499-9FB666BFAB17}" destId="{BDD4E8CE-C2F0-7648-A3AE-01DD2F81FB57}" srcOrd="0" destOrd="0" presId="urn:microsoft.com/office/officeart/2005/8/layout/vList2"/>
    <dgm:cxn modelId="{61A7C44F-4654-7E4D-BD83-86520FBC13EC}" type="presOf" srcId="{249ED6E5-8A4D-5E49-9B82-34A37E4FF32F}" destId="{CA5CCA1C-3CB0-E747-98A2-C236F749D02C}" srcOrd="0" destOrd="0" presId="urn:microsoft.com/office/officeart/2005/8/layout/vList2"/>
    <dgm:cxn modelId="{E811505A-038E-9847-AA84-4A1AC1C0A232}" type="presOf" srcId="{C7CF5841-9D6C-B84C-B764-87EA8375A157}" destId="{A5315A1A-375F-0148-B21D-97FFCFFCA6DE}" srcOrd="0" destOrd="0" presId="urn:microsoft.com/office/officeart/2005/8/layout/vList2"/>
    <dgm:cxn modelId="{855EE190-771D-3248-B3ED-71A7F58AED0E}" srcId="{93A6D58C-7F54-3942-B0C6-8DC61207E6FB}" destId="{C7CF5841-9D6C-B84C-B764-87EA8375A157}" srcOrd="1" destOrd="0" parTransId="{A3C17AF7-3A99-5D49-AEE7-9F156B8A16F7}" sibTransId="{287CD652-3DAC-7544-BCDC-3F9AF3AAF71C}"/>
    <dgm:cxn modelId="{F2B56BAD-7F29-A74C-AB36-7B58A4BFECE8}" srcId="{93A6D58C-7F54-3942-B0C6-8DC61207E6FB}" destId="{372895E6-1309-D449-8499-9FB666BFAB17}" srcOrd="0" destOrd="0" parTransId="{A0AF2B98-D6AD-4046-9A08-1229ADF0A981}" sibTransId="{15D37AF7-995D-4E42-B062-979ACDB5CDE6}"/>
    <dgm:cxn modelId="{720506E7-C6DE-CD49-BB8E-F858FBB1FA34}" srcId="{93A6D58C-7F54-3942-B0C6-8DC61207E6FB}" destId="{958A07FB-1314-C54B-BD8B-5E8251EF9849}" srcOrd="3" destOrd="0" parTransId="{F880AB5F-F402-4A44-8806-D664B90F8989}" sibTransId="{C9EF36E6-A463-3D4A-9EA3-BE57B67DACE0}"/>
    <dgm:cxn modelId="{20B28059-5EA8-8940-92B5-14552F377065}" type="presParOf" srcId="{DE9DA143-C7DB-ED4C-B846-DA60B1CA0A1D}" destId="{BDD4E8CE-C2F0-7648-A3AE-01DD2F81FB57}" srcOrd="0" destOrd="0" presId="urn:microsoft.com/office/officeart/2005/8/layout/vList2"/>
    <dgm:cxn modelId="{A517BE62-D7F9-E048-A345-BED538F2EB31}" type="presParOf" srcId="{DE9DA143-C7DB-ED4C-B846-DA60B1CA0A1D}" destId="{691BD3B0-DA00-A84D-AB40-EE0FA6C35E8B}" srcOrd="1" destOrd="0" presId="urn:microsoft.com/office/officeart/2005/8/layout/vList2"/>
    <dgm:cxn modelId="{7D6A0DC5-8388-B340-B9E7-1DF1DBACD748}" type="presParOf" srcId="{DE9DA143-C7DB-ED4C-B846-DA60B1CA0A1D}" destId="{A5315A1A-375F-0148-B21D-97FFCFFCA6DE}" srcOrd="2" destOrd="0" presId="urn:microsoft.com/office/officeart/2005/8/layout/vList2"/>
    <dgm:cxn modelId="{AAAD5255-5ECC-B346-B0FC-28CC468AB1BD}" type="presParOf" srcId="{DE9DA143-C7DB-ED4C-B846-DA60B1CA0A1D}" destId="{47E2F95D-B8F7-6249-841A-2723404CA602}" srcOrd="3" destOrd="0" presId="urn:microsoft.com/office/officeart/2005/8/layout/vList2"/>
    <dgm:cxn modelId="{11D1A910-6A91-FA4F-B562-3F3DB4D05074}" type="presParOf" srcId="{DE9DA143-C7DB-ED4C-B846-DA60B1CA0A1D}" destId="{CA5CCA1C-3CB0-E747-98A2-C236F749D02C}" srcOrd="4" destOrd="0" presId="urn:microsoft.com/office/officeart/2005/8/layout/vList2"/>
    <dgm:cxn modelId="{10D32FB5-4725-6044-A1FE-FF061F096A64}" type="presParOf" srcId="{DE9DA143-C7DB-ED4C-B846-DA60B1CA0A1D}" destId="{B5ECAC47-59F2-764C-8684-FEE028566971}" srcOrd="5" destOrd="0" presId="urn:microsoft.com/office/officeart/2005/8/layout/vList2"/>
    <dgm:cxn modelId="{7E15F343-B2AF-244E-B53D-BB27E75BCBD4}" type="presParOf" srcId="{DE9DA143-C7DB-ED4C-B846-DA60B1CA0A1D}" destId="{341636E1-021D-D545-B416-DA63BCD413B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2ABB290-F0EF-E141-93F7-CF07F1508E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903B6C-F89A-D249-B17E-30540B40E0C3}">
      <dgm:prSet custT="1"/>
      <dgm:spPr>
        <a:noFill/>
      </dgm:spPr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• Binary weather classification</a:t>
          </a:r>
          <a:endParaRPr lang="en-T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C17C3A-736B-F341-98D7-7CA961477454}" type="parTrans" cxnId="{5E1EB1C9-1745-D540-9887-01FF29DC6F3B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210914-92BF-6544-9A22-C169432183B7}" type="sibTrans" cxnId="{5E1EB1C9-1745-D540-9887-01FF29DC6F3B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13FB93-66ED-144C-873D-9F9EAA78F349}">
      <dgm:prSet custT="1"/>
      <dgm:spPr>
        <a:noFill/>
      </dgm:spPr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• Personal factors like mood, sleep, or workload are not included</a:t>
          </a:r>
          <a:endParaRPr lang="en-T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BB1A1B-0B39-614C-8CDB-35DBE2F1D7A3}" type="parTrans" cxnId="{1D4E7646-8701-7A42-B172-F7078047DE03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1D9841-A700-E24C-A116-457C0A00D5D0}" type="sibTrans" cxnId="{1D4E7646-8701-7A42-B172-F7078047DE03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4F96995-422B-9442-874B-2C723DC1ED8D}">
      <dgm:prSet custT="1"/>
      <dgm:spPr>
        <a:noFill/>
      </dgm:spPr>
      <dgm:t>
        <a:bodyPr/>
        <a:lstStyle/>
        <a:p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• Manually collected, small dataset</a:t>
          </a:r>
          <a:endParaRPr lang="en-TR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93DB206-9488-7E47-9717-15C855FDC051}" type="parTrans" cxnId="{A9BC9051-DBC7-4743-A603-65282980AE0D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A4D1568-F3F3-D34E-9674-7BEAF752E303}" type="sibTrans" cxnId="{A9BC9051-DBC7-4743-A603-65282980AE0D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56CBEF9-0531-3148-8E01-E652373E93C4}" type="pres">
      <dgm:prSet presAssocID="{62ABB290-F0EF-E141-93F7-CF07F1508E5B}" presName="linear" presStyleCnt="0">
        <dgm:presLayoutVars>
          <dgm:animLvl val="lvl"/>
          <dgm:resizeHandles val="exact"/>
        </dgm:presLayoutVars>
      </dgm:prSet>
      <dgm:spPr/>
    </dgm:pt>
    <dgm:pt modelId="{ECFEF645-3C0C-7140-A3A4-67DCA0F22A25}" type="pres">
      <dgm:prSet presAssocID="{4D903B6C-F89A-D249-B17E-30540B40E0C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B4E23EB-A069-6C4E-ABFC-BEF801172830}" type="pres">
      <dgm:prSet presAssocID="{00210914-92BF-6544-9A22-C169432183B7}" presName="spacer" presStyleCnt="0"/>
      <dgm:spPr/>
    </dgm:pt>
    <dgm:pt modelId="{5C594A93-331D-5746-A5D4-C11D1B91FF46}" type="pres">
      <dgm:prSet presAssocID="{0B13FB93-66ED-144C-873D-9F9EAA78F34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8EF96AA-0524-044E-87FE-F3DE60B56234}" type="pres">
      <dgm:prSet presAssocID="{3A1D9841-A700-E24C-A116-457C0A00D5D0}" presName="spacer" presStyleCnt="0"/>
      <dgm:spPr/>
    </dgm:pt>
    <dgm:pt modelId="{10B59811-65B3-0C41-9F66-EFDCF073C12B}" type="pres">
      <dgm:prSet presAssocID="{64F96995-422B-9442-874B-2C723DC1ED8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D4E7646-8701-7A42-B172-F7078047DE03}" srcId="{62ABB290-F0EF-E141-93F7-CF07F1508E5B}" destId="{0B13FB93-66ED-144C-873D-9F9EAA78F349}" srcOrd="1" destOrd="0" parTransId="{18BB1A1B-0B39-614C-8CDB-35DBE2F1D7A3}" sibTransId="{3A1D9841-A700-E24C-A116-457C0A00D5D0}"/>
    <dgm:cxn modelId="{00F37851-57EE-BE46-96C0-172D09DD13F4}" type="presOf" srcId="{64F96995-422B-9442-874B-2C723DC1ED8D}" destId="{10B59811-65B3-0C41-9F66-EFDCF073C12B}" srcOrd="0" destOrd="0" presId="urn:microsoft.com/office/officeart/2005/8/layout/vList2"/>
    <dgm:cxn modelId="{A9BC9051-DBC7-4743-A603-65282980AE0D}" srcId="{62ABB290-F0EF-E141-93F7-CF07F1508E5B}" destId="{64F96995-422B-9442-874B-2C723DC1ED8D}" srcOrd="2" destOrd="0" parTransId="{293DB206-9488-7E47-9717-15C855FDC051}" sibTransId="{2A4D1568-F3F3-D34E-9674-7BEAF752E303}"/>
    <dgm:cxn modelId="{18241D7A-9D32-AE46-93CD-5C396B98E6A2}" type="presOf" srcId="{4D903B6C-F89A-D249-B17E-30540B40E0C3}" destId="{ECFEF645-3C0C-7140-A3A4-67DCA0F22A25}" srcOrd="0" destOrd="0" presId="urn:microsoft.com/office/officeart/2005/8/layout/vList2"/>
    <dgm:cxn modelId="{5E1EB1C9-1745-D540-9887-01FF29DC6F3B}" srcId="{62ABB290-F0EF-E141-93F7-CF07F1508E5B}" destId="{4D903B6C-F89A-D249-B17E-30540B40E0C3}" srcOrd="0" destOrd="0" parTransId="{FFC17C3A-736B-F341-98D7-7CA961477454}" sibTransId="{00210914-92BF-6544-9A22-C169432183B7}"/>
    <dgm:cxn modelId="{98B202F4-E268-A24B-9DC8-75752F8D2BFD}" type="presOf" srcId="{62ABB290-F0EF-E141-93F7-CF07F1508E5B}" destId="{A56CBEF9-0531-3148-8E01-E652373E93C4}" srcOrd="0" destOrd="0" presId="urn:microsoft.com/office/officeart/2005/8/layout/vList2"/>
    <dgm:cxn modelId="{B322ECF8-EE77-DD43-A594-0A6986544C08}" type="presOf" srcId="{0B13FB93-66ED-144C-873D-9F9EAA78F349}" destId="{5C594A93-331D-5746-A5D4-C11D1B91FF46}" srcOrd="0" destOrd="0" presId="urn:microsoft.com/office/officeart/2005/8/layout/vList2"/>
    <dgm:cxn modelId="{9AF74003-6B77-CE4C-BE5E-19A93BF73A45}" type="presParOf" srcId="{A56CBEF9-0531-3148-8E01-E652373E93C4}" destId="{ECFEF645-3C0C-7140-A3A4-67DCA0F22A25}" srcOrd="0" destOrd="0" presId="urn:microsoft.com/office/officeart/2005/8/layout/vList2"/>
    <dgm:cxn modelId="{31962083-DC7C-8E4A-80F4-CDC93707CDC9}" type="presParOf" srcId="{A56CBEF9-0531-3148-8E01-E652373E93C4}" destId="{FB4E23EB-A069-6C4E-ABFC-BEF801172830}" srcOrd="1" destOrd="0" presId="urn:microsoft.com/office/officeart/2005/8/layout/vList2"/>
    <dgm:cxn modelId="{E601E9FC-C1B1-C545-87E5-9E66D3600E03}" type="presParOf" srcId="{A56CBEF9-0531-3148-8E01-E652373E93C4}" destId="{5C594A93-331D-5746-A5D4-C11D1B91FF46}" srcOrd="2" destOrd="0" presId="urn:microsoft.com/office/officeart/2005/8/layout/vList2"/>
    <dgm:cxn modelId="{FBB39813-28D1-D14F-9B24-2E3D8E237474}" type="presParOf" srcId="{A56CBEF9-0531-3148-8E01-E652373E93C4}" destId="{68EF96AA-0524-044E-87FE-F3DE60B56234}" srcOrd="3" destOrd="0" presId="urn:microsoft.com/office/officeart/2005/8/layout/vList2"/>
    <dgm:cxn modelId="{1722295E-25E6-044D-A60A-573B932BA690}" type="presParOf" srcId="{A56CBEF9-0531-3148-8E01-E652373E93C4}" destId="{10B59811-65B3-0C41-9F66-EFDCF073C12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B505522D-951F-B64A-BE96-AB3C2948224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1E57A3-3DF9-C841-8AF7-0DC5EEA6AD88}">
      <dgm:prSet custT="1"/>
      <dgm:spPr>
        <a:noFill/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Further improvements:</a:t>
          </a:r>
          <a:endParaRPr lang="en-TR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BF2EB6-BF61-9440-B3C9-1C5EB400BFF5}" type="parTrans" cxnId="{B9CB34F7-8803-334E-A451-7C3920A5F94B}">
      <dgm:prSet/>
      <dgm:spPr/>
      <dgm:t>
        <a:bodyPr/>
        <a:lstStyle/>
        <a:p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3260AE-4117-4E4F-996B-B79462F4535C}" type="sibTrans" cxnId="{B9CB34F7-8803-334E-A451-7C3920A5F94B}">
      <dgm:prSet/>
      <dgm:spPr/>
      <dgm:t>
        <a:bodyPr/>
        <a:lstStyle/>
        <a:p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E19D72-02A2-734E-A7BE-14BE9064A208}">
      <dgm:prSet custT="1"/>
      <dgm:spPr>
        <a:noFill/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• Collecting data over a longer time</a:t>
          </a:r>
          <a:endParaRPr lang="en-TR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C2A2EDA-16DA-A644-AEA5-A39718BB7D9E}" type="parTrans" cxnId="{02C393A5-CB9F-2243-A0A7-D5C514851DEA}">
      <dgm:prSet/>
      <dgm:spPr/>
      <dgm:t>
        <a:bodyPr/>
        <a:lstStyle/>
        <a:p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498FE3-B37F-194F-ADF8-D0EFCDE61497}" type="sibTrans" cxnId="{02C393A5-CB9F-2243-A0A7-D5C514851DEA}">
      <dgm:prSet/>
      <dgm:spPr/>
      <dgm:t>
        <a:bodyPr/>
        <a:lstStyle/>
        <a:p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F003FC-3A37-564C-8684-DD3802F7B518}">
      <dgm:prSet custT="1"/>
      <dgm:spPr>
        <a:noFill/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• Including data from multiple individuals</a:t>
          </a:r>
          <a:endParaRPr lang="en-TR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626B20-7B9B-1D4C-9E9A-99712824944C}" type="parTrans" cxnId="{5F53252D-3DE1-6D49-ACC2-A1C166B72F28}">
      <dgm:prSet/>
      <dgm:spPr/>
      <dgm:t>
        <a:bodyPr/>
        <a:lstStyle/>
        <a:p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549EBD-60C5-F34E-BC65-0260B96C5906}" type="sibTrans" cxnId="{5F53252D-3DE1-6D49-ACC2-A1C166B72F28}">
      <dgm:prSet/>
      <dgm:spPr/>
      <dgm:t>
        <a:bodyPr/>
        <a:lstStyle/>
        <a:p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676CEBC-AE2D-774C-BB8B-49AFABF0672B}">
      <dgm:prSet custT="1"/>
      <dgm:spPr>
        <a:noFill/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• Including personal behavioral variables such as mood and sleep quality</a:t>
          </a:r>
          <a:endParaRPr lang="en-TR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388283-D4C0-6C42-B530-57D50525E780}" type="parTrans" cxnId="{0EF4279F-B12D-4F42-BD4C-8934FD3B8D10}">
      <dgm:prSet/>
      <dgm:spPr/>
      <dgm:t>
        <a:bodyPr/>
        <a:lstStyle/>
        <a:p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5855A4-A923-B141-93A2-52D59424B788}" type="sibTrans" cxnId="{0EF4279F-B12D-4F42-BD4C-8934FD3B8D10}">
      <dgm:prSet/>
      <dgm:spPr/>
      <dgm:t>
        <a:bodyPr/>
        <a:lstStyle/>
        <a:p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A5B7812-3A6C-1847-B046-341DECFC4703}">
      <dgm:prSet custT="1"/>
      <dgm:spPr>
        <a:noFill/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• Expanding the weather data with metrics like precipitation amount, wind speed, etc.</a:t>
          </a:r>
          <a:endParaRPr lang="en-TR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0D297F-0340-6148-91B9-DFE269BB78EB}" type="parTrans" cxnId="{97092611-1A40-6E4C-975D-A341C6589091}">
      <dgm:prSet/>
      <dgm:spPr/>
      <dgm:t>
        <a:bodyPr/>
        <a:lstStyle/>
        <a:p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374411-C4F7-8345-B876-E912DBD1A3D8}" type="sibTrans" cxnId="{97092611-1A40-6E4C-975D-A341C6589091}">
      <dgm:prSet/>
      <dgm:spPr/>
      <dgm:t>
        <a:bodyPr/>
        <a:lstStyle/>
        <a:p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3E99B82-1762-8F4A-9A78-FCAAD4566B7E}">
      <dgm:prSet custT="1"/>
      <dgm:spPr>
        <a:gradFill flip="none" rotWithShape="1">
          <a:gsLst>
            <a:gs pos="72024">
              <a:srgbClr val="AED770"/>
            </a:gs>
            <a:gs pos="0">
              <a:schemeClr val="accent1">
                <a:lumMod val="67000"/>
              </a:schemeClr>
            </a:gs>
            <a:gs pos="33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  <a:alpha val="54000"/>
              </a:schemeClr>
            </a:gs>
          </a:gsLst>
          <a:lin ang="5400000" scaled="1"/>
          <a:tileRect/>
        </a:gradFill>
      </dgm:spPr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Dataset already enriched with daily average temperature and humidity.</a:t>
          </a:r>
          <a:endParaRPr lang="en-TR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2033F0-0BD5-3D4E-A9BD-980FC1F13069}" type="sibTrans" cxnId="{AA980C88-CD1F-014A-88A9-6B4C7DB614CB}">
      <dgm:prSet/>
      <dgm:spPr/>
      <dgm:t>
        <a:bodyPr/>
        <a:lstStyle/>
        <a:p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0AA2EAB-D3DC-7747-9FCA-BC81F4E0C635}" type="parTrans" cxnId="{AA980C88-CD1F-014A-88A9-6B4C7DB614CB}">
      <dgm:prSet/>
      <dgm:spPr/>
      <dgm:t>
        <a:bodyPr/>
        <a:lstStyle/>
        <a:p>
          <a:endParaRPr lang="en-US" sz="2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1AFFF6C-5B6B-8242-85F7-809580A20D9F}" type="pres">
      <dgm:prSet presAssocID="{B505522D-951F-B64A-BE96-AB3C29482243}" presName="linear" presStyleCnt="0">
        <dgm:presLayoutVars>
          <dgm:animLvl val="lvl"/>
          <dgm:resizeHandles val="exact"/>
        </dgm:presLayoutVars>
      </dgm:prSet>
      <dgm:spPr/>
    </dgm:pt>
    <dgm:pt modelId="{1A8883E7-C53C-F94A-8B5B-8FFF5498A0E0}" type="pres">
      <dgm:prSet presAssocID="{23E99B82-1762-8F4A-9A78-FCAAD4566B7E}" presName="parentText" presStyleLbl="node1" presStyleIdx="0" presStyleCnt="6" custScaleY="80473" custLinFactNeighborY="-19008">
        <dgm:presLayoutVars>
          <dgm:chMax val="0"/>
          <dgm:bulletEnabled val="1"/>
        </dgm:presLayoutVars>
      </dgm:prSet>
      <dgm:spPr/>
    </dgm:pt>
    <dgm:pt modelId="{6F8A6E1E-41BD-1540-BA9F-F0B11E32CE53}" type="pres">
      <dgm:prSet presAssocID="{7C2033F0-0BD5-3D4E-A9BD-980FC1F13069}" presName="spacer" presStyleCnt="0"/>
      <dgm:spPr/>
    </dgm:pt>
    <dgm:pt modelId="{BECF841C-F5BB-5E48-B8EA-326CC291EA34}" type="pres">
      <dgm:prSet presAssocID="{9E1E57A3-3DF9-C841-8AF7-0DC5EEA6AD88}" presName="parentText" presStyleLbl="node1" presStyleIdx="1" presStyleCnt="6" custScaleY="46106">
        <dgm:presLayoutVars>
          <dgm:chMax val="0"/>
          <dgm:bulletEnabled val="1"/>
        </dgm:presLayoutVars>
      </dgm:prSet>
      <dgm:spPr/>
    </dgm:pt>
    <dgm:pt modelId="{F5C5B627-EDEE-124C-9FD4-B72238AB339C}" type="pres">
      <dgm:prSet presAssocID="{D93260AE-4117-4E4F-996B-B79462F4535C}" presName="spacer" presStyleCnt="0"/>
      <dgm:spPr/>
    </dgm:pt>
    <dgm:pt modelId="{FD3534B3-3D8D-C045-BFA4-4884CA1533B4}" type="pres">
      <dgm:prSet presAssocID="{ECE19D72-02A2-734E-A7BE-14BE9064A208}" presName="parentText" presStyleLbl="node1" presStyleIdx="2" presStyleCnt="6" custScaleY="46106">
        <dgm:presLayoutVars>
          <dgm:chMax val="0"/>
          <dgm:bulletEnabled val="1"/>
        </dgm:presLayoutVars>
      </dgm:prSet>
      <dgm:spPr/>
    </dgm:pt>
    <dgm:pt modelId="{A6372E86-A891-B14B-B5AE-764C7244DA9A}" type="pres">
      <dgm:prSet presAssocID="{66498FE3-B37F-194F-ADF8-D0EFCDE61497}" presName="spacer" presStyleCnt="0"/>
      <dgm:spPr/>
    </dgm:pt>
    <dgm:pt modelId="{40FCF11D-C1B7-BC4B-8F02-483BB06CDBC0}" type="pres">
      <dgm:prSet presAssocID="{BCF003FC-3A37-564C-8684-DD3802F7B518}" presName="parentText" presStyleLbl="node1" presStyleIdx="3" presStyleCnt="6" custScaleY="46106">
        <dgm:presLayoutVars>
          <dgm:chMax val="0"/>
          <dgm:bulletEnabled val="1"/>
        </dgm:presLayoutVars>
      </dgm:prSet>
      <dgm:spPr/>
    </dgm:pt>
    <dgm:pt modelId="{4FBB3118-0416-EF44-9B14-38D4CB1B96DE}" type="pres">
      <dgm:prSet presAssocID="{25549EBD-60C5-F34E-BC65-0260B96C5906}" presName="spacer" presStyleCnt="0"/>
      <dgm:spPr/>
    </dgm:pt>
    <dgm:pt modelId="{3527A344-6E30-F841-B745-5555E8D88D3E}" type="pres">
      <dgm:prSet presAssocID="{0676CEBC-AE2D-774C-BB8B-49AFABF0672B}" presName="parentText" presStyleLbl="node1" presStyleIdx="4" presStyleCnt="6" custScaleY="49286">
        <dgm:presLayoutVars>
          <dgm:chMax val="0"/>
          <dgm:bulletEnabled val="1"/>
        </dgm:presLayoutVars>
      </dgm:prSet>
      <dgm:spPr/>
    </dgm:pt>
    <dgm:pt modelId="{241182D2-69B1-D540-8760-49A2A5224C0F}" type="pres">
      <dgm:prSet presAssocID="{E25855A4-A923-B141-93A2-52D59424B788}" presName="spacer" presStyleCnt="0"/>
      <dgm:spPr/>
    </dgm:pt>
    <dgm:pt modelId="{C8469E76-F475-C245-AC23-2B0A7C260DAF}" type="pres">
      <dgm:prSet presAssocID="{3A5B7812-3A6C-1847-B046-341DECFC4703}" presName="parentText" presStyleLbl="node1" presStyleIdx="5" presStyleCnt="6" custScaleY="49308">
        <dgm:presLayoutVars>
          <dgm:chMax val="0"/>
          <dgm:bulletEnabled val="1"/>
        </dgm:presLayoutVars>
      </dgm:prSet>
      <dgm:spPr/>
    </dgm:pt>
  </dgm:ptLst>
  <dgm:cxnLst>
    <dgm:cxn modelId="{4F30580F-1660-6842-8E9A-E5AF24192D75}" type="presOf" srcId="{ECE19D72-02A2-734E-A7BE-14BE9064A208}" destId="{FD3534B3-3D8D-C045-BFA4-4884CA1533B4}" srcOrd="0" destOrd="0" presId="urn:microsoft.com/office/officeart/2005/8/layout/vList2"/>
    <dgm:cxn modelId="{97092611-1A40-6E4C-975D-A341C6589091}" srcId="{B505522D-951F-B64A-BE96-AB3C29482243}" destId="{3A5B7812-3A6C-1847-B046-341DECFC4703}" srcOrd="5" destOrd="0" parTransId="{320D297F-0340-6148-91B9-DFE269BB78EB}" sibTransId="{D2374411-C4F7-8345-B876-E912DBD1A3D8}"/>
    <dgm:cxn modelId="{31A6511C-D9C4-3048-8EA9-88873ED1FF1F}" type="presOf" srcId="{23E99B82-1762-8F4A-9A78-FCAAD4566B7E}" destId="{1A8883E7-C53C-F94A-8B5B-8FFF5498A0E0}" srcOrd="0" destOrd="0" presId="urn:microsoft.com/office/officeart/2005/8/layout/vList2"/>
    <dgm:cxn modelId="{5F53252D-3DE1-6D49-ACC2-A1C166B72F28}" srcId="{B505522D-951F-B64A-BE96-AB3C29482243}" destId="{BCF003FC-3A37-564C-8684-DD3802F7B518}" srcOrd="3" destOrd="0" parTransId="{53626B20-7B9B-1D4C-9E9A-99712824944C}" sibTransId="{25549EBD-60C5-F34E-BC65-0260B96C5906}"/>
    <dgm:cxn modelId="{F3BE8C54-0C09-304E-A9C6-561FA3BE6DD6}" type="presOf" srcId="{0676CEBC-AE2D-774C-BB8B-49AFABF0672B}" destId="{3527A344-6E30-F841-B745-5555E8D88D3E}" srcOrd="0" destOrd="0" presId="urn:microsoft.com/office/officeart/2005/8/layout/vList2"/>
    <dgm:cxn modelId="{FA5AAA72-CEC5-094C-9966-E74724CD2667}" type="presOf" srcId="{BCF003FC-3A37-564C-8684-DD3802F7B518}" destId="{40FCF11D-C1B7-BC4B-8F02-483BB06CDBC0}" srcOrd="0" destOrd="0" presId="urn:microsoft.com/office/officeart/2005/8/layout/vList2"/>
    <dgm:cxn modelId="{AA980C88-CD1F-014A-88A9-6B4C7DB614CB}" srcId="{B505522D-951F-B64A-BE96-AB3C29482243}" destId="{23E99B82-1762-8F4A-9A78-FCAAD4566B7E}" srcOrd="0" destOrd="0" parTransId="{B0AA2EAB-D3DC-7747-9FCA-BC81F4E0C635}" sibTransId="{7C2033F0-0BD5-3D4E-A9BD-980FC1F13069}"/>
    <dgm:cxn modelId="{189E8096-B9BF-AF4D-A115-15F230CA191E}" type="presOf" srcId="{B505522D-951F-B64A-BE96-AB3C29482243}" destId="{E1AFFF6C-5B6B-8242-85F7-809580A20D9F}" srcOrd="0" destOrd="0" presId="urn:microsoft.com/office/officeart/2005/8/layout/vList2"/>
    <dgm:cxn modelId="{46807398-BB3F-7E4B-B729-9D480559ED3E}" type="presOf" srcId="{3A5B7812-3A6C-1847-B046-341DECFC4703}" destId="{C8469E76-F475-C245-AC23-2B0A7C260DAF}" srcOrd="0" destOrd="0" presId="urn:microsoft.com/office/officeart/2005/8/layout/vList2"/>
    <dgm:cxn modelId="{0EF4279F-B12D-4F42-BD4C-8934FD3B8D10}" srcId="{B505522D-951F-B64A-BE96-AB3C29482243}" destId="{0676CEBC-AE2D-774C-BB8B-49AFABF0672B}" srcOrd="4" destOrd="0" parTransId="{2F388283-D4C0-6C42-B530-57D50525E780}" sibTransId="{E25855A4-A923-B141-93A2-52D59424B788}"/>
    <dgm:cxn modelId="{02C393A5-CB9F-2243-A0A7-D5C514851DEA}" srcId="{B505522D-951F-B64A-BE96-AB3C29482243}" destId="{ECE19D72-02A2-734E-A7BE-14BE9064A208}" srcOrd="2" destOrd="0" parTransId="{2C2A2EDA-16DA-A644-AEA5-A39718BB7D9E}" sibTransId="{66498FE3-B37F-194F-ADF8-D0EFCDE61497}"/>
    <dgm:cxn modelId="{00FB03EC-340D-F64F-B8B2-EDB973CD55B6}" type="presOf" srcId="{9E1E57A3-3DF9-C841-8AF7-0DC5EEA6AD88}" destId="{BECF841C-F5BB-5E48-B8EA-326CC291EA34}" srcOrd="0" destOrd="0" presId="urn:microsoft.com/office/officeart/2005/8/layout/vList2"/>
    <dgm:cxn modelId="{B9CB34F7-8803-334E-A451-7C3920A5F94B}" srcId="{B505522D-951F-B64A-BE96-AB3C29482243}" destId="{9E1E57A3-3DF9-C841-8AF7-0DC5EEA6AD88}" srcOrd="1" destOrd="0" parTransId="{EDBF2EB6-BF61-9440-B3C9-1C5EB400BFF5}" sibTransId="{D93260AE-4117-4E4F-996B-B79462F4535C}"/>
    <dgm:cxn modelId="{2546DEAC-8052-8A4F-96D1-3AAAB5C1B349}" type="presParOf" srcId="{E1AFFF6C-5B6B-8242-85F7-809580A20D9F}" destId="{1A8883E7-C53C-F94A-8B5B-8FFF5498A0E0}" srcOrd="0" destOrd="0" presId="urn:microsoft.com/office/officeart/2005/8/layout/vList2"/>
    <dgm:cxn modelId="{0ABEFEBE-271B-2240-9FD0-5E60486EB3EA}" type="presParOf" srcId="{E1AFFF6C-5B6B-8242-85F7-809580A20D9F}" destId="{6F8A6E1E-41BD-1540-BA9F-F0B11E32CE53}" srcOrd="1" destOrd="0" presId="urn:microsoft.com/office/officeart/2005/8/layout/vList2"/>
    <dgm:cxn modelId="{AD02DE4D-5CAA-2F43-90E4-6554EC650120}" type="presParOf" srcId="{E1AFFF6C-5B6B-8242-85F7-809580A20D9F}" destId="{BECF841C-F5BB-5E48-B8EA-326CC291EA34}" srcOrd="2" destOrd="0" presId="urn:microsoft.com/office/officeart/2005/8/layout/vList2"/>
    <dgm:cxn modelId="{6DF4E14B-3226-DD4D-AF86-9E0A598ED1CF}" type="presParOf" srcId="{E1AFFF6C-5B6B-8242-85F7-809580A20D9F}" destId="{F5C5B627-EDEE-124C-9FD4-B72238AB339C}" srcOrd="3" destOrd="0" presId="urn:microsoft.com/office/officeart/2005/8/layout/vList2"/>
    <dgm:cxn modelId="{08672AB6-ACB4-5E4F-AF34-7BCB66BC9FCB}" type="presParOf" srcId="{E1AFFF6C-5B6B-8242-85F7-809580A20D9F}" destId="{FD3534B3-3D8D-C045-BFA4-4884CA1533B4}" srcOrd="4" destOrd="0" presId="urn:microsoft.com/office/officeart/2005/8/layout/vList2"/>
    <dgm:cxn modelId="{8A68AC17-C188-BF43-B3C4-CE069C7F7B39}" type="presParOf" srcId="{E1AFFF6C-5B6B-8242-85F7-809580A20D9F}" destId="{A6372E86-A891-B14B-B5AE-764C7244DA9A}" srcOrd="5" destOrd="0" presId="urn:microsoft.com/office/officeart/2005/8/layout/vList2"/>
    <dgm:cxn modelId="{4CAF7B2A-0BF5-1045-B9AD-25785A96E95D}" type="presParOf" srcId="{E1AFFF6C-5B6B-8242-85F7-809580A20D9F}" destId="{40FCF11D-C1B7-BC4B-8F02-483BB06CDBC0}" srcOrd="6" destOrd="0" presId="urn:microsoft.com/office/officeart/2005/8/layout/vList2"/>
    <dgm:cxn modelId="{94990223-AA5B-4C4C-AE5B-B0AAFBD17FF8}" type="presParOf" srcId="{E1AFFF6C-5B6B-8242-85F7-809580A20D9F}" destId="{4FBB3118-0416-EF44-9B14-38D4CB1B96DE}" srcOrd="7" destOrd="0" presId="urn:microsoft.com/office/officeart/2005/8/layout/vList2"/>
    <dgm:cxn modelId="{F9BF5213-F056-8B4A-A892-5803429E5842}" type="presParOf" srcId="{E1AFFF6C-5B6B-8242-85F7-809580A20D9F}" destId="{3527A344-6E30-F841-B745-5555E8D88D3E}" srcOrd="8" destOrd="0" presId="urn:microsoft.com/office/officeart/2005/8/layout/vList2"/>
    <dgm:cxn modelId="{FA604186-723C-2141-8C56-95AAD5B3838D}" type="presParOf" srcId="{E1AFFF6C-5B6B-8242-85F7-809580A20D9F}" destId="{241182D2-69B1-D540-8760-49A2A5224C0F}" srcOrd="9" destOrd="0" presId="urn:microsoft.com/office/officeart/2005/8/layout/vList2"/>
    <dgm:cxn modelId="{9F6D4C92-BDEA-3646-B2C4-3108B02126EF}" type="presParOf" srcId="{E1AFFF6C-5B6B-8242-85F7-809580A20D9F}" destId="{C8469E76-F475-C245-AC23-2B0A7C260DAF}" srcOrd="10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FEE36BD-DED8-AB40-A1B6-AEDF1900B3D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F0DC32-D92A-5248-BEE5-0FB5816F9A43}">
      <dgm:prSet custT="1"/>
      <dgm:spPr>
        <a:noFill/>
      </dgm:spPr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• Screen time is significantly higher on bad weather days. </a:t>
          </a:r>
          <a:endParaRPr lang="en-T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CA6171B-3B26-9D4B-8C9F-35FC9A758C6B}" type="parTrans" cxnId="{F62B1686-0EF3-924E-BAA9-2357DF2CA6CC}">
      <dgm:prSet/>
      <dgm:spPr/>
      <dgm:t>
        <a:bodyPr/>
        <a:lstStyle/>
        <a:p>
          <a:endParaRPr lang="en-US" sz="2400"/>
        </a:p>
      </dgm:t>
    </dgm:pt>
    <dgm:pt modelId="{4061FDF1-5EE3-E94F-8543-DF227CCC29CE}" type="sibTrans" cxnId="{F62B1686-0EF3-924E-BAA9-2357DF2CA6CC}">
      <dgm:prSet/>
      <dgm:spPr/>
      <dgm:t>
        <a:bodyPr/>
        <a:lstStyle/>
        <a:p>
          <a:endParaRPr lang="en-US" sz="2400"/>
        </a:p>
      </dgm:t>
    </dgm:pt>
    <dgm:pt modelId="{C1370B2F-4337-524C-9202-8A5B130BD062}">
      <dgm:prSet custT="1"/>
      <dgm:spPr>
        <a:noFill/>
      </dgm:spPr>
      <dgm:t>
        <a:bodyPr/>
        <a:lstStyle/>
        <a:p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• Regression analysis shows a negative relationship between temperature and Instagram usage.</a:t>
          </a:r>
          <a:endParaRPr lang="en-TR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57D45C3-76FD-2E4F-BE2A-683002555622}" type="parTrans" cxnId="{4F6E6F8B-AC75-2D48-AD51-1B58BE71A637}">
      <dgm:prSet/>
      <dgm:spPr/>
      <dgm:t>
        <a:bodyPr/>
        <a:lstStyle/>
        <a:p>
          <a:endParaRPr lang="en-US" sz="2400"/>
        </a:p>
      </dgm:t>
    </dgm:pt>
    <dgm:pt modelId="{BA5A17CF-07F4-E748-8F93-6B3A2921300A}" type="sibTrans" cxnId="{4F6E6F8B-AC75-2D48-AD51-1B58BE71A637}">
      <dgm:prSet/>
      <dgm:spPr/>
      <dgm:t>
        <a:bodyPr/>
        <a:lstStyle/>
        <a:p>
          <a:endParaRPr lang="en-US" sz="2400"/>
        </a:p>
      </dgm:t>
    </dgm:pt>
    <dgm:pt modelId="{FE5D50AE-30AF-094F-87DC-72E8AEAAE1CD}">
      <dgm:prSet custT="1"/>
      <dgm:spPr>
        <a:noFill/>
      </dgm:spPr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• Random Forest is the best performing model among the ML models.</a:t>
          </a:r>
          <a:endParaRPr lang="en-T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86A146-B949-3B4A-9461-F1292D9FDE70}" type="parTrans" cxnId="{B8382448-20CD-CA48-B875-92ACEA8E7C96}">
      <dgm:prSet/>
      <dgm:spPr/>
      <dgm:t>
        <a:bodyPr/>
        <a:lstStyle/>
        <a:p>
          <a:endParaRPr lang="en-US" sz="2400"/>
        </a:p>
      </dgm:t>
    </dgm:pt>
    <dgm:pt modelId="{CA844C40-1C7B-E64E-B473-9B6EEB797004}" type="sibTrans" cxnId="{B8382448-20CD-CA48-B875-92ACEA8E7C96}">
      <dgm:prSet/>
      <dgm:spPr/>
      <dgm:t>
        <a:bodyPr/>
        <a:lstStyle/>
        <a:p>
          <a:endParaRPr lang="en-US" sz="2400"/>
        </a:p>
      </dgm:t>
    </dgm:pt>
    <dgm:pt modelId="{EAE6DF2A-747C-774C-9E02-1E41E828C95D}">
      <dgm:prSet custT="1"/>
      <dgm:spPr>
        <a:noFill/>
      </dgm:spPr>
      <dgm:t>
        <a:bodyPr/>
        <a:lstStyle/>
        <a:p>
          <a:r>
            <a:rPr lang="en-US" sz="2400">
              <a:latin typeface="Times New Roman" panose="02020603050405020304" pitchFamily="18" charset="0"/>
              <a:cs typeface="Times New Roman" panose="02020603050405020304" pitchFamily="18" charset="0"/>
            </a:rPr>
            <a:t>• Confusion matrices show good bin classification.</a:t>
          </a:r>
          <a:endParaRPr lang="en-TR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6B15938-E572-A448-94EB-F5CDF91B230B}" type="parTrans" cxnId="{4E83B118-BF66-A34C-8568-5CAF19CD5DB3}">
      <dgm:prSet/>
      <dgm:spPr/>
      <dgm:t>
        <a:bodyPr/>
        <a:lstStyle/>
        <a:p>
          <a:endParaRPr lang="en-US" sz="2400"/>
        </a:p>
      </dgm:t>
    </dgm:pt>
    <dgm:pt modelId="{AEB5030F-4440-DB42-B170-E949B51BC60B}" type="sibTrans" cxnId="{4E83B118-BF66-A34C-8568-5CAF19CD5DB3}">
      <dgm:prSet/>
      <dgm:spPr/>
      <dgm:t>
        <a:bodyPr/>
        <a:lstStyle/>
        <a:p>
          <a:endParaRPr lang="en-US" sz="2400"/>
        </a:p>
      </dgm:t>
    </dgm:pt>
    <dgm:pt modelId="{1599A1A4-463D-814F-80E9-349144CA1AAE}">
      <dgm:prSet custT="1"/>
      <dgm:spPr>
        <a:noFill/>
      </dgm:spPr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• SVR and KNN underperform compared to RF. </a:t>
          </a:r>
          <a:endParaRPr lang="en-T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877F1AB-63C9-954B-A3BB-F5391195AF1F}" type="parTrans" cxnId="{C32A25B0-A42F-CB42-8833-07513CB7B219}">
      <dgm:prSet/>
      <dgm:spPr/>
      <dgm:t>
        <a:bodyPr/>
        <a:lstStyle/>
        <a:p>
          <a:endParaRPr lang="en-US" sz="2400"/>
        </a:p>
      </dgm:t>
    </dgm:pt>
    <dgm:pt modelId="{17E5D1C9-9003-2646-87D0-877821DC8724}" type="sibTrans" cxnId="{C32A25B0-A42F-CB42-8833-07513CB7B219}">
      <dgm:prSet/>
      <dgm:spPr/>
      <dgm:t>
        <a:bodyPr/>
        <a:lstStyle/>
        <a:p>
          <a:endParaRPr lang="en-US" sz="2400"/>
        </a:p>
      </dgm:t>
    </dgm:pt>
    <dgm:pt modelId="{AD42B64E-64E2-5048-95C5-0934D8D944AF}" type="pres">
      <dgm:prSet presAssocID="{AFEE36BD-DED8-AB40-A1B6-AEDF1900B3D6}" presName="linear" presStyleCnt="0">
        <dgm:presLayoutVars>
          <dgm:animLvl val="lvl"/>
          <dgm:resizeHandles val="exact"/>
        </dgm:presLayoutVars>
      </dgm:prSet>
      <dgm:spPr/>
    </dgm:pt>
    <dgm:pt modelId="{7B995685-854A-4740-B769-39DBEEF91484}" type="pres">
      <dgm:prSet presAssocID="{1EF0DC32-D92A-5248-BEE5-0FB5816F9A43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C37DC10-8D73-2644-A8C0-91E27F99AD7C}" type="pres">
      <dgm:prSet presAssocID="{4061FDF1-5EE3-E94F-8543-DF227CCC29CE}" presName="spacer" presStyleCnt="0"/>
      <dgm:spPr/>
    </dgm:pt>
    <dgm:pt modelId="{71C0B684-39E5-F242-8139-62ACCFCD004F}" type="pres">
      <dgm:prSet presAssocID="{C1370B2F-4337-524C-9202-8A5B130BD06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C17A41C-9BBC-614A-B279-ED99FD64210F}" type="pres">
      <dgm:prSet presAssocID="{BA5A17CF-07F4-E748-8F93-6B3A2921300A}" presName="spacer" presStyleCnt="0"/>
      <dgm:spPr/>
    </dgm:pt>
    <dgm:pt modelId="{BD8F5946-9C2F-A846-B504-D3B1A35A2CC3}" type="pres">
      <dgm:prSet presAssocID="{FE5D50AE-30AF-094F-87DC-72E8AEAAE1C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84E0B25-EBB2-BB43-83A5-D18D938B5EDB}" type="pres">
      <dgm:prSet presAssocID="{CA844C40-1C7B-E64E-B473-9B6EEB797004}" presName="spacer" presStyleCnt="0"/>
      <dgm:spPr/>
    </dgm:pt>
    <dgm:pt modelId="{D090E02B-4EC2-3443-B151-E988DF51D723}" type="pres">
      <dgm:prSet presAssocID="{EAE6DF2A-747C-774C-9E02-1E41E828C95D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E144373-A163-824C-B848-747965888EA9}" type="pres">
      <dgm:prSet presAssocID="{AEB5030F-4440-DB42-B170-E949B51BC60B}" presName="spacer" presStyleCnt="0"/>
      <dgm:spPr/>
    </dgm:pt>
    <dgm:pt modelId="{27EFF114-9750-0440-9F00-4ED2D61E0C3D}" type="pres">
      <dgm:prSet presAssocID="{1599A1A4-463D-814F-80E9-349144CA1AA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4495A603-7B7A-974C-B3A2-F56A3F467242}" type="presOf" srcId="{1EF0DC32-D92A-5248-BEE5-0FB5816F9A43}" destId="{7B995685-854A-4740-B769-39DBEEF91484}" srcOrd="0" destOrd="0" presId="urn:microsoft.com/office/officeart/2005/8/layout/vList2"/>
    <dgm:cxn modelId="{94D6650C-10F5-EA44-860A-7F70B63CDABB}" type="presOf" srcId="{C1370B2F-4337-524C-9202-8A5B130BD062}" destId="{71C0B684-39E5-F242-8139-62ACCFCD004F}" srcOrd="0" destOrd="0" presId="urn:microsoft.com/office/officeart/2005/8/layout/vList2"/>
    <dgm:cxn modelId="{70230915-E9ED-C145-A42B-D8D312A1F97D}" type="presOf" srcId="{AFEE36BD-DED8-AB40-A1B6-AEDF1900B3D6}" destId="{AD42B64E-64E2-5048-95C5-0934D8D944AF}" srcOrd="0" destOrd="0" presId="urn:microsoft.com/office/officeart/2005/8/layout/vList2"/>
    <dgm:cxn modelId="{08B80A15-9FB0-A846-BE5D-0AD574BB2715}" type="presOf" srcId="{FE5D50AE-30AF-094F-87DC-72E8AEAAE1CD}" destId="{BD8F5946-9C2F-A846-B504-D3B1A35A2CC3}" srcOrd="0" destOrd="0" presId="urn:microsoft.com/office/officeart/2005/8/layout/vList2"/>
    <dgm:cxn modelId="{4E83B118-BF66-A34C-8568-5CAF19CD5DB3}" srcId="{AFEE36BD-DED8-AB40-A1B6-AEDF1900B3D6}" destId="{EAE6DF2A-747C-774C-9E02-1E41E828C95D}" srcOrd="3" destOrd="0" parTransId="{56B15938-E572-A448-94EB-F5CDF91B230B}" sibTransId="{AEB5030F-4440-DB42-B170-E949B51BC60B}"/>
    <dgm:cxn modelId="{CA91A120-B622-8148-9AF1-AEC57D49D0D0}" type="presOf" srcId="{1599A1A4-463D-814F-80E9-349144CA1AAE}" destId="{27EFF114-9750-0440-9F00-4ED2D61E0C3D}" srcOrd="0" destOrd="0" presId="urn:microsoft.com/office/officeart/2005/8/layout/vList2"/>
    <dgm:cxn modelId="{B8382448-20CD-CA48-B875-92ACEA8E7C96}" srcId="{AFEE36BD-DED8-AB40-A1B6-AEDF1900B3D6}" destId="{FE5D50AE-30AF-094F-87DC-72E8AEAAE1CD}" srcOrd="2" destOrd="0" parTransId="{8186A146-B949-3B4A-9461-F1292D9FDE70}" sibTransId="{CA844C40-1C7B-E64E-B473-9B6EEB797004}"/>
    <dgm:cxn modelId="{E5C3004B-E195-6D4B-A6F7-A6AF9D2BC348}" type="presOf" srcId="{EAE6DF2A-747C-774C-9E02-1E41E828C95D}" destId="{D090E02B-4EC2-3443-B151-E988DF51D723}" srcOrd="0" destOrd="0" presId="urn:microsoft.com/office/officeart/2005/8/layout/vList2"/>
    <dgm:cxn modelId="{F62B1686-0EF3-924E-BAA9-2357DF2CA6CC}" srcId="{AFEE36BD-DED8-AB40-A1B6-AEDF1900B3D6}" destId="{1EF0DC32-D92A-5248-BEE5-0FB5816F9A43}" srcOrd="0" destOrd="0" parTransId="{6CA6171B-3B26-9D4B-8C9F-35FC9A758C6B}" sibTransId="{4061FDF1-5EE3-E94F-8543-DF227CCC29CE}"/>
    <dgm:cxn modelId="{4F6E6F8B-AC75-2D48-AD51-1B58BE71A637}" srcId="{AFEE36BD-DED8-AB40-A1B6-AEDF1900B3D6}" destId="{C1370B2F-4337-524C-9202-8A5B130BD062}" srcOrd="1" destOrd="0" parTransId="{457D45C3-76FD-2E4F-BE2A-683002555622}" sibTransId="{BA5A17CF-07F4-E748-8F93-6B3A2921300A}"/>
    <dgm:cxn modelId="{C32A25B0-A42F-CB42-8833-07513CB7B219}" srcId="{AFEE36BD-DED8-AB40-A1B6-AEDF1900B3D6}" destId="{1599A1A4-463D-814F-80E9-349144CA1AAE}" srcOrd="4" destOrd="0" parTransId="{9877F1AB-63C9-954B-A3BB-F5391195AF1F}" sibTransId="{17E5D1C9-9003-2646-87D0-877821DC8724}"/>
    <dgm:cxn modelId="{809B9055-8742-844F-A57C-B8ECE0414820}" type="presParOf" srcId="{AD42B64E-64E2-5048-95C5-0934D8D944AF}" destId="{7B995685-854A-4740-B769-39DBEEF91484}" srcOrd="0" destOrd="0" presId="urn:microsoft.com/office/officeart/2005/8/layout/vList2"/>
    <dgm:cxn modelId="{72F6EFAF-7E21-5245-8787-206D15F4DEE5}" type="presParOf" srcId="{AD42B64E-64E2-5048-95C5-0934D8D944AF}" destId="{AC37DC10-8D73-2644-A8C0-91E27F99AD7C}" srcOrd="1" destOrd="0" presId="urn:microsoft.com/office/officeart/2005/8/layout/vList2"/>
    <dgm:cxn modelId="{4672B246-9042-2445-9753-9490EBE56E2E}" type="presParOf" srcId="{AD42B64E-64E2-5048-95C5-0934D8D944AF}" destId="{71C0B684-39E5-F242-8139-62ACCFCD004F}" srcOrd="2" destOrd="0" presId="urn:microsoft.com/office/officeart/2005/8/layout/vList2"/>
    <dgm:cxn modelId="{F7B1533C-7D7E-1947-88DD-C4F7690D9E82}" type="presParOf" srcId="{AD42B64E-64E2-5048-95C5-0934D8D944AF}" destId="{0C17A41C-9BBC-614A-B279-ED99FD64210F}" srcOrd="3" destOrd="0" presId="urn:microsoft.com/office/officeart/2005/8/layout/vList2"/>
    <dgm:cxn modelId="{5FE08F7B-94E0-B346-B346-B3C1A9418D18}" type="presParOf" srcId="{AD42B64E-64E2-5048-95C5-0934D8D944AF}" destId="{BD8F5946-9C2F-A846-B504-D3B1A35A2CC3}" srcOrd="4" destOrd="0" presId="urn:microsoft.com/office/officeart/2005/8/layout/vList2"/>
    <dgm:cxn modelId="{85146C98-C269-5B40-84D6-6117DFF2638C}" type="presParOf" srcId="{AD42B64E-64E2-5048-95C5-0934D8D944AF}" destId="{D84E0B25-EBB2-BB43-83A5-D18D938B5EDB}" srcOrd="5" destOrd="0" presId="urn:microsoft.com/office/officeart/2005/8/layout/vList2"/>
    <dgm:cxn modelId="{EC544D76-CA24-5841-9245-4071D2815CAD}" type="presParOf" srcId="{AD42B64E-64E2-5048-95C5-0934D8D944AF}" destId="{D090E02B-4EC2-3443-B151-E988DF51D723}" srcOrd="6" destOrd="0" presId="urn:microsoft.com/office/officeart/2005/8/layout/vList2"/>
    <dgm:cxn modelId="{43D99187-2FA9-F746-BBAF-31C9792B4ECD}" type="presParOf" srcId="{AD42B64E-64E2-5048-95C5-0934D8D944AF}" destId="{6E144373-A163-824C-B848-747965888EA9}" srcOrd="7" destOrd="0" presId="urn:microsoft.com/office/officeart/2005/8/layout/vList2"/>
    <dgm:cxn modelId="{EEAED00B-A4EE-C247-A629-755D142A8B0A}" type="presParOf" srcId="{AD42B64E-64E2-5048-95C5-0934D8D944AF}" destId="{27EFF114-9750-0440-9F00-4ED2D61E0C3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62B5DCD-61CE-DE49-A5B2-F03380A540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0640F4C-48D9-264A-95D9-185DF50996A3}">
      <dgm:prSet custT="1"/>
      <dgm:spPr>
        <a:noFill/>
      </dgm:spPr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The findings support the initial hypothesis that  Instagram screen time tends to increase on bad weather days.</a:t>
          </a:r>
          <a:endParaRPr lang="en-T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97E0D7-70A9-6F4D-AE76-67543D525B4B}" type="parTrans" cxnId="{64DC677E-89C9-044C-AE7A-1AF34417E397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336B45C-2361-6D49-85FF-B6DDA3469A1D}" type="sibTrans" cxnId="{64DC677E-89C9-044C-AE7A-1AF34417E397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F5F91BC-16B5-5143-A2C1-DD8E3A38176A}">
      <dgm:prSet custT="1"/>
      <dgm:spPr>
        <a:noFill/>
      </dgm:spPr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these patterns can support better screen management.</a:t>
          </a:r>
          <a:endParaRPr lang="en-T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D217FC4-83D9-964A-A311-9A9F718E9269}" type="parTrans" cxnId="{D57CCE4E-A800-B94C-82E4-6E8A3FF165B6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40B87E-3BA0-624D-B81D-CE3ED6FAA3C8}" type="sibTrans" cxnId="{D57CCE4E-A800-B94C-82E4-6E8A3FF165B6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40AF635-CAAF-BC41-BB5C-724BAE8B0126}">
      <dgm:prSet custT="1"/>
      <dgm:spPr>
        <a:noFill/>
      </dgm:spPr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Project shows value of personal data and predictive modeling.</a:t>
          </a:r>
          <a:endParaRPr lang="en-T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632F7C8-B35F-6F42-A19D-A8501AF3F1E9}" type="parTrans" cxnId="{9E696661-76BD-464C-AAAC-76D129BB13E7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1FF6D2E-9445-2046-803D-D3C6000DF4CA}" type="sibTrans" cxnId="{9E696661-76BD-464C-AAAC-76D129BB13E7}">
      <dgm:prSet/>
      <dgm:spPr/>
      <dgm:t>
        <a:bodyPr/>
        <a:lstStyle/>
        <a:p>
          <a:endParaRPr lang="en-US" sz="2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FE49E1-F973-0540-8178-572700B3CD71}" type="pres">
      <dgm:prSet presAssocID="{362B5DCD-61CE-DE49-A5B2-F03380A540E7}" presName="linear" presStyleCnt="0">
        <dgm:presLayoutVars>
          <dgm:animLvl val="lvl"/>
          <dgm:resizeHandles val="exact"/>
        </dgm:presLayoutVars>
      </dgm:prSet>
      <dgm:spPr/>
    </dgm:pt>
    <dgm:pt modelId="{93F7E844-B849-8A43-9214-CD8807A7C156}" type="pres">
      <dgm:prSet presAssocID="{F0640F4C-48D9-264A-95D9-185DF50996A3}" presName="parentText" presStyleLbl="node1" presStyleIdx="0" presStyleCnt="3" custLinFactY="-22073" custLinFactNeighborY="-100000">
        <dgm:presLayoutVars>
          <dgm:chMax val="0"/>
          <dgm:bulletEnabled val="1"/>
        </dgm:presLayoutVars>
      </dgm:prSet>
      <dgm:spPr/>
    </dgm:pt>
    <dgm:pt modelId="{2C4BE2FC-9ADA-B24F-AE6B-CD3591B34120}" type="pres">
      <dgm:prSet presAssocID="{4336B45C-2361-6D49-85FF-B6DDA3469A1D}" presName="spacer" presStyleCnt="0"/>
      <dgm:spPr/>
    </dgm:pt>
    <dgm:pt modelId="{ECBC4642-7E52-9842-B4E0-293D9230DE15}" type="pres">
      <dgm:prSet presAssocID="{7F5F91BC-16B5-5143-A2C1-DD8E3A38176A}" presName="parentText" presStyleLbl="node1" presStyleIdx="1" presStyleCnt="3" custScaleY="71436">
        <dgm:presLayoutVars>
          <dgm:chMax val="0"/>
          <dgm:bulletEnabled val="1"/>
        </dgm:presLayoutVars>
      </dgm:prSet>
      <dgm:spPr/>
    </dgm:pt>
    <dgm:pt modelId="{ADBB62B1-1853-FA42-9D02-DC6DB02B6A65}" type="pres">
      <dgm:prSet presAssocID="{8D40B87E-3BA0-624D-B81D-CE3ED6FAA3C8}" presName="spacer" presStyleCnt="0"/>
      <dgm:spPr/>
    </dgm:pt>
    <dgm:pt modelId="{CB8FBBE1-EAE9-1C4E-B6DD-307E5B8CD0C6}" type="pres">
      <dgm:prSet presAssocID="{B40AF635-CAAF-BC41-BB5C-724BAE8B0126}" presName="parentText" presStyleLbl="node1" presStyleIdx="2" presStyleCnt="3" custScaleY="88937" custLinFactY="19928" custLinFactNeighborY="100000">
        <dgm:presLayoutVars>
          <dgm:chMax val="0"/>
          <dgm:bulletEnabled val="1"/>
        </dgm:presLayoutVars>
      </dgm:prSet>
      <dgm:spPr/>
    </dgm:pt>
  </dgm:ptLst>
  <dgm:cxnLst>
    <dgm:cxn modelId="{12019F31-CF6B-8941-BF01-055C299A35D5}" type="presOf" srcId="{7F5F91BC-16B5-5143-A2C1-DD8E3A38176A}" destId="{ECBC4642-7E52-9842-B4E0-293D9230DE15}" srcOrd="0" destOrd="0" presId="urn:microsoft.com/office/officeart/2005/8/layout/vList2"/>
    <dgm:cxn modelId="{D57CCE4E-A800-B94C-82E4-6E8A3FF165B6}" srcId="{362B5DCD-61CE-DE49-A5B2-F03380A540E7}" destId="{7F5F91BC-16B5-5143-A2C1-DD8E3A38176A}" srcOrd="1" destOrd="0" parTransId="{ED217FC4-83D9-964A-A311-9A9F718E9269}" sibTransId="{8D40B87E-3BA0-624D-B81D-CE3ED6FAA3C8}"/>
    <dgm:cxn modelId="{9E696661-76BD-464C-AAAC-76D129BB13E7}" srcId="{362B5DCD-61CE-DE49-A5B2-F03380A540E7}" destId="{B40AF635-CAAF-BC41-BB5C-724BAE8B0126}" srcOrd="2" destOrd="0" parTransId="{D632F7C8-B35F-6F42-A19D-A8501AF3F1E9}" sibTransId="{A1FF6D2E-9445-2046-803D-D3C6000DF4CA}"/>
    <dgm:cxn modelId="{64DC677E-89C9-044C-AE7A-1AF34417E397}" srcId="{362B5DCD-61CE-DE49-A5B2-F03380A540E7}" destId="{F0640F4C-48D9-264A-95D9-185DF50996A3}" srcOrd="0" destOrd="0" parTransId="{3B97E0D7-70A9-6F4D-AE76-67543D525B4B}" sibTransId="{4336B45C-2361-6D49-85FF-B6DDA3469A1D}"/>
    <dgm:cxn modelId="{67AAB787-E178-4349-8330-E519C6A31FA5}" type="presOf" srcId="{B40AF635-CAAF-BC41-BB5C-724BAE8B0126}" destId="{CB8FBBE1-EAE9-1C4E-B6DD-307E5B8CD0C6}" srcOrd="0" destOrd="0" presId="urn:microsoft.com/office/officeart/2005/8/layout/vList2"/>
    <dgm:cxn modelId="{DC4103B2-6B2B-2B46-B278-8135E02C8110}" type="presOf" srcId="{362B5DCD-61CE-DE49-A5B2-F03380A540E7}" destId="{CBFE49E1-F973-0540-8178-572700B3CD71}" srcOrd="0" destOrd="0" presId="urn:microsoft.com/office/officeart/2005/8/layout/vList2"/>
    <dgm:cxn modelId="{0AC774FB-40E8-E743-8D31-A7D74D5E1815}" type="presOf" srcId="{F0640F4C-48D9-264A-95D9-185DF50996A3}" destId="{93F7E844-B849-8A43-9214-CD8807A7C156}" srcOrd="0" destOrd="0" presId="urn:microsoft.com/office/officeart/2005/8/layout/vList2"/>
    <dgm:cxn modelId="{DC9C8F34-9C85-614B-8822-40868F3A1FD6}" type="presParOf" srcId="{CBFE49E1-F973-0540-8178-572700B3CD71}" destId="{93F7E844-B849-8A43-9214-CD8807A7C156}" srcOrd="0" destOrd="0" presId="urn:microsoft.com/office/officeart/2005/8/layout/vList2"/>
    <dgm:cxn modelId="{90D0E2B3-77D8-354E-B916-0B1C24CDBB06}" type="presParOf" srcId="{CBFE49E1-F973-0540-8178-572700B3CD71}" destId="{2C4BE2FC-9ADA-B24F-AE6B-CD3591B34120}" srcOrd="1" destOrd="0" presId="urn:microsoft.com/office/officeart/2005/8/layout/vList2"/>
    <dgm:cxn modelId="{C095E893-2427-9F4F-B6EF-988E320FC259}" type="presParOf" srcId="{CBFE49E1-F973-0540-8178-572700B3CD71}" destId="{ECBC4642-7E52-9842-B4E0-293D9230DE15}" srcOrd="2" destOrd="0" presId="urn:microsoft.com/office/officeart/2005/8/layout/vList2"/>
    <dgm:cxn modelId="{432FCD5F-43AD-A648-8D49-7182EED8AB03}" type="presParOf" srcId="{CBFE49E1-F973-0540-8178-572700B3CD71}" destId="{ADBB62B1-1853-FA42-9D02-DC6DB02B6A65}" srcOrd="3" destOrd="0" presId="urn:microsoft.com/office/officeart/2005/8/layout/vList2"/>
    <dgm:cxn modelId="{FFA6B4D7-A5F3-2447-9B62-C7FB2FB376AE}" type="presParOf" srcId="{CBFE49E1-F973-0540-8178-572700B3CD71}" destId="{CB8FBBE1-EAE9-1C4E-B6DD-307E5B8CD0C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1C2B5D-6449-D247-AFED-D5AEF51C11AF}">
      <dsp:nvSpPr>
        <dsp:cNvPr id="0" name=""/>
        <dsp:cNvSpPr/>
      </dsp:nvSpPr>
      <dsp:spPr>
        <a:xfrm>
          <a:off x="0" y="228025"/>
          <a:ext cx="5430631" cy="4258800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INSTAGRAM SCREEN TIME &amp; </a:t>
          </a:r>
        </a:p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WEATHER ANALYSIS</a:t>
          </a:r>
          <a:endParaRPr lang="en-TR" sz="5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7897" y="435922"/>
        <a:ext cx="5014837" cy="38430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DC58E6-7231-C741-8A65-893B9E6012F5}">
      <dsp:nvSpPr>
        <dsp:cNvPr id="0" name=""/>
        <dsp:cNvSpPr/>
      </dsp:nvSpPr>
      <dsp:spPr>
        <a:xfrm>
          <a:off x="0" y="173"/>
          <a:ext cx="7081935" cy="1338480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project analyzes the relationship between Instagram screen time and weather conditions in Istanbul between 17/02/2025 and 17/04/2025.</a:t>
          </a:r>
          <a:endParaRPr lang="en-TR" sz="2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5339" y="65512"/>
        <a:ext cx="6951257" cy="12078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AE16BF-FD73-CB42-8383-64CA90BAA3C9}">
      <dsp:nvSpPr>
        <dsp:cNvPr id="0" name=""/>
        <dsp:cNvSpPr/>
      </dsp:nvSpPr>
      <dsp:spPr>
        <a:xfrm>
          <a:off x="0" y="23459"/>
          <a:ext cx="7330800" cy="1338480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When the weather is bad (rainy, cloudy, foggy, or snowy), my daily Instagram screen time increases compared to days with good weather (sunny).</a:t>
          </a:r>
          <a:endParaRPr lang="en-TR" sz="2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5339" y="88798"/>
        <a:ext cx="7200122" cy="12078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10E836-E012-6D47-B0A8-62AE697B8803}">
      <dsp:nvSpPr>
        <dsp:cNvPr id="0" name=""/>
        <dsp:cNvSpPr/>
      </dsp:nvSpPr>
      <dsp:spPr>
        <a:xfrm>
          <a:off x="0" y="23459"/>
          <a:ext cx="7315200" cy="1338480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After noticing a significant increase in screen time, I aimed to track and understand behavioral patterns using data-driven methods.</a:t>
          </a:r>
          <a:endParaRPr lang="en-TR" sz="2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5339" y="88798"/>
        <a:ext cx="7184522" cy="12078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B3882-2B2E-3241-8E84-E8B64FC02853}">
      <dsp:nvSpPr>
        <dsp:cNvPr id="0" name=""/>
        <dsp:cNvSpPr/>
      </dsp:nvSpPr>
      <dsp:spPr>
        <a:xfrm>
          <a:off x="0" y="64641"/>
          <a:ext cx="8520600" cy="1132560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Instagram screen time: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Apple Screen Time section</a:t>
          </a:r>
          <a:b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2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Weather data: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Weather Underground (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  <a:hlinkClick xmlns:r="http://schemas.openxmlformats.org/officeDocument/2006/relationships" r:id="rId1"/>
            </a:rPr>
            <a:t>https://www.wunderground.com/calendar/tr/istanbul/LTBA/date/2025-4</a:t>
          </a:r>
          <a:r>
            <a:rPr lang="en-US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 </a:t>
          </a:r>
          <a:endParaRPr lang="en-TR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287" y="119928"/>
        <a:ext cx="8410026" cy="102198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B5C5F2-7FE1-6C4A-885E-46C0DCB4C4AB}">
      <dsp:nvSpPr>
        <dsp:cNvPr id="0" name=""/>
        <dsp:cNvSpPr/>
      </dsp:nvSpPr>
      <dsp:spPr>
        <a:xfrm>
          <a:off x="0" y="0"/>
          <a:ext cx="3383925" cy="430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u="none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Weather Categories:</a:t>
          </a:r>
          <a:endParaRPr lang="en-TR" sz="1800" u="none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018" y="21018"/>
        <a:ext cx="3341889" cy="388524"/>
      </dsp:txXfrm>
    </dsp:sp>
    <dsp:sp modelId="{0C4CCA3D-A843-5846-868B-16D3C6568BCE}">
      <dsp:nvSpPr>
        <dsp:cNvPr id="0" name=""/>
        <dsp:cNvSpPr/>
      </dsp:nvSpPr>
      <dsp:spPr>
        <a:xfrm>
          <a:off x="0" y="543401"/>
          <a:ext cx="3383925" cy="430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• Sunny</a:t>
          </a:r>
          <a:endParaRPr lang="en-TR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018" y="564419"/>
        <a:ext cx="3341889" cy="388524"/>
      </dsp:txXfrm>
    </dsp:sp>
    <dsp:sp modelId="{AECD4365-2053-AA40-8FCC-BF0C91427818}">
      <dsp:nvSpPr>
        <dsp:cNvPr id="0" name=""/>
        <dsp:cNvSpPr/>
      </dsp:nvSpPr>
      <dsp:spPr>
        <a:xfrm>
          <a:off x="0" y="1040202"/>
          <a:ext cx="3383925" cy="430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Cloudy</a:t>
          </a:r>
          <a:endParaRPr lang="en-TR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018" y="1061220"/>
        <a:ext cx="3341889" cy="388524"/>
      </dsp:txXfrm>
    </dsp:sp>
    <dsp:sp modelId="{74FAA895-5D2D-9F40-BF71-9704C86D0467}">
      <dsp:nvSpPr>
        <dsp:cNvPr id="0" name=""/>
        <dsp:cNvSpPr/>
      </dsp:nvSpPr>
      <dsp:spPr>
        <a:xfrm>
          <a:off x="0" y="1537003"/>
          <a:ext cx="3383925" cy="430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Rainy</a:t>
          </a:r>
          <a:endParaRPr lang="en-TR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018" y="1558021"/>
        <a:ext cx="3341889" cy="388524"/>
      </dsp:txXfrm>
    </dsp:sp>
    <dsp:sp modelId="{D5B2C346-CE2F-C74F-A4EB-9629EEDEA9A0}">
      <dsp:nvSpPr>
        <dsp:cNvPr id="0" name=""/>
        <dsp:cNvSpPr/>
      </dsp:nvSpPr>
      <dsp:spPr>
        <a:xfrm>
          <a:off x="0" y="2033803"/>
          <a:ext cx="3383925" cy="430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Foggy</a:t>
          </a:r>
          <a:r>
            <a:rPr lang="en-US" sz="1800" kern="1200" dirty="0"/>
            <a:t> </a:t>
          </a:r>
          <a:endParaRPr lang="en-TR" sz="1800" kern="1200" dirty="0"/>
        </a:p>
      </dsp:txBody>
      <dsp:txXfrm>
        <a:off x="21018" y="2054821"/>
        <a:ext cx="3341889" cy="388524"/>
      </dsp:txXfrm>
    </dsp:sp>
    <dsp:sp modelId="{AFB2F437-6024-F345-A6C0-F988D23D4E1E}">
      <dsp:nvSpPr>
        <dsp:cNvPr id="0" name=""/>
        <dsp:cNvSpPr/>
      </dsp:nvSpPr>
      <dsp:spPr>
        <a:xfrm>
          <a:off x="0" y="2530603"/>
          <a:ext cx="3383925" cy="4305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Snowy</a:t>
          </a:r>
          <a:endParaRPr lang="en-TR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018" y="2551621"/>
        <a:ext cx="3341889" cy="3885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A620EE-B5F7-4F47-A64A-71480FE4214B}">
      <dsp:nvSpPr>
        <dsp:cNvPr id="0" name=""/>
        <dsp:cNvSpPr/>
      </dsp:nvSpPr>
      <dsp:spPr>
        <a:xfrm>
          <a:off x="0" y="0"/>
          <a:ext cx="3045562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Times New Roman" panose="02020603050405020304" pitchFamily="18" charset="0"/>
              <a:cs typeface="Times New Roman" panose="02020603050405020304" pitchFamily="18" charset="0"/>
            </a:rPr>
            <a:t>Features:</a:t>
          </a:r>
          <a:endParaRPr lang="en-TR" sz="20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75" y="22275"/>
        <a:ext cx="3001012" cy="411750"/>
      </dsp:txXfrm>
    </dsp:sp>
    <dsp:sp modelId="{4C455061-6667-7E49-81FE-CF60C4461636}">
      <dsp:nvSpPr>
        <dsp:cNvPr id="0" name=""/>
        <dsp:cNvSpPr/>
      </dsp:nvSpPr>
      <dsp:spPr>
        <a:xfrm>
          <a:off x="0" y="646848"/>
          <a:ext cx="3045562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Weather condition</a:t>
          </a:r>
          <a:endParaRPr lang="en-TR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75" y="669123"/>
        <a:ext cx="3001012" cy="411750"/>
      </dsp:txXfrm>
    </dsp:sp>
    <dsp:sp modelId="{CE1DF61E-D745-3B43-9D78-D752496DB942}">
      <dsp:nvSpPr>
        <dsp:cNvPr id="0" name=""/>
        <dsp:cNvSpPr/>
      </dsp:nvSpPr>
      <dsp:spPr>
        <a:xfrm>
          <a:off x="0" y="1249233"/>
          <a:ext cx="3045562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Average daily temperature</a:t>
          </a:r>
          <a:endParaRPr lang="en-TR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75" y="1271508"/>
        <a:ext cx="3001012" cy="411750"/>
      </dsp:txXfrm>
    </dsp:sp>
    <dsp:sp modelId="{D5D5FB3D-5FB8-6A4B-83E3-39BE04DD5672}">
      <dsp:nvSpPr>
        <dsp:cNvPr id="0" name=""/>
        <dsp:cNvSpPr/>
      </dsp:nvSpPr>
      <dsp:spPr>
        <a:xfrm>
          <a:off x="0" y="1866368"/>
          <a:ext cx="3045562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Average daily humidity</a:t>
          </a:r>
          <a:endParaRPr lang="en-TR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75" y="1888643"/>
        <a:ext cx="3001012" cy="41175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C031A0-174D-A441-81C4-B0329E78E7D3}">
      <dsp:nvSpPr>
        <dsp:cNvPr id="0" name=""/>
        <dsp:cNvSpPr/>
      </dsp:nvSpPr>
      <dsp:spPr>
        <a:xfrm>
          <a:off x="0" y="10118"/>
          <a:ext cx="4107426" cy="6786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1. Data collection </a:t>
          </a:r>
        </a:p>
      </dsp:txBody>
      <dsp:txXfrm>
        <a:off x="33128" y="43246"/>
        <a:ext cx="4041170" cy="612374"/>
      </dsp:txXfrm>
    </dsp:sp>
    <dsp:sp modelId="{B7408CCC-8EC6-6547-8185-4532500530E2}">
      <dsp:nvSpPr>
        <dsp:cNvPr id="0" name=""/>
        <dsp:cNvSpPr/>
      </dsp:nvSpPr>
      <dsp:spPr>
        <a:xfrm>
          <a:off x="0" y="822561"/>
          <a:ext cx="4107426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Data preparation</a:t>
          </a:r>
        </a:p>
      </dsp:txBody>
      <dsp:txXfrm>
        <a:off x="32898" y="855459"/>
        <a:ext cx="4041630" cy="608124"/>
      </dsp:txXfrm>
    </dsp:sp>
    <dsp:sp modelId="{070452A3-4E6C-6D4A-9689-080722939763}">
      <dsp:nvSpPr>
        <dsp:cNvPr id="0" name=""/>
        <dsp:cNvSpPr/>
      </dsp:nvSpPr>
      <dsp:spPr>
        <a:xfrm>
          <a:off x="0" y="1600161"/>
          <a:ext cx="4107426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3. Descriptive analysis</a:t>
          </a:r>
        </a:p>
      </dsp:txBody>
      <dsp:txXfrm>
        <a:off x="32898" y="1633059"/>
        <a:ext cx="4041630" cy="608124"/>
      </dsp:txXfrm>
    </dsp:sp>
    <dsp:sp modelId="{5DCE5412-6646-EF43-8EA0-CF0397715CB2}">
      <dsp:nvSpPr>
        <dsp:cNvPr id="0" name=""/>
        <dsp:cNvSpPr/>
      </dsp:nvSpPr>
      <dsp:spPr>
        <a:xfrm>
          <a:off x="0" y="2377761"/>
          <a:ext cx="4107426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Hypothesis testing</a:t>
          </a:r>
        </a:p>
      </dsp:txBody>
      <dsp:txXfrm>
        <a:off x="32898" y="2410659"/>
        <a:ext cx="4041630" cy="608124"/>
      </dsp:txXfrm>
    </dsp:sp>
    <dsp:sp modelId="{615277E6-381A-684A-B5D9-E23EAED9644C}">
      <dsp:nvSpPr>
        <dsp:cNvPr id="0" name=""/>
        <dsp:cNvSpPr/>
      </dsp:nvSpPr>
      <dsp:spPr>
        <a:xfrm>
          <a:off x="0" y="3155361"/>
          <a:ext cx="4107426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5. Predictive modeling</a:t>
          </a:r>
        </a:p>
      </dsp:txBody>
      <dsp:txXfrm>
        <a:off x="32898" y="3188259"/>
        <a:ext cx="4041630" cy="608124"/>
      </dsp:txXfrm>
    </dsp:sp>
    <dsp:sp modelId="{F25FA7A4-8D71-B343-ABBE-BF63B4743094}">
      <dsp:nvSpPr>
        <dsp:cNvPr id="0" name=""/>
        <dsp:cNvSpPr/>
      </dsp:nvSpPr>
      <dsp:spPr>
        <a:xfrm>
          <a:off x="0" y="3932961"/>
          <a:ext cx="4107426" cy="6739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6. Result interpretation</a:t>
          </a:r>
        </a:p>
      </dsp:txBody>
      <dsp:txXfrm>
        <a:off x="32898" y="3965859"/>
        <a:ext cx="4041630" cy="60812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E46378-03F4-B049-A8F2-A891A1403180}">
      <dsp:nvSpPr>
        <dsp:cNvPr id="0" name=""/>
        <dsp:cNvSpPr/>
      </dsp:nvSpPr>
      <dsp:spPr>
        <a:xfrm>
          <a:off x="0" y="0"/>
          <a:ext cx="4298234" cy="6107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n>
                <a:noFill/>
              </a:ln>
              <a:latin typeface="Times New Roman" panose="02020603050405020304" pitchFamily="18" charset="0"/>
              <a:cs typeface="Times New Roman" panose="02020603050405020304" pitchFamily="18" charset="0"/>
            </a:rPr>
            <a:t>1. Histogram</a:t>
          </a:r>
          <a:endParaRPr lang="en-TR" sz="2700" kern="1200" dirty="0">
            <a:ln>
              <a:noFill/>
            </a:ln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813" y="29813"/>
        <a:ext cx="4238608" cy="551102"/>
      </dsp:txXfrm>
    </dsp:sp>
    <dsp:sp modelId="{F861790A-562C-E94C-8CFA-693D5EBFABA8}">
      <dsp:nvSpPr>
        <dsp:cNvPr id="0" name=""/>
        <dsp:cNvSpPr/>
      </dsp:nvSpPr>
      <dsp:spPr>
        <a:xfrm>
          <a:off x="0" y="717883"/>
          <a:ext cx="4298234" cy="6057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2. Boxplot</a:t>
          </a:r>
          <a:endParaRPr lang="en-TR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569" y="747452"/>
        <a:ext cx="4239096" cy="546588"/>
      </dsp:txXfrm>
    </dsp:sp>
    <dsp:sp modelId="{D973E7BC-3C12-454C-A9E6-8BA7258E4508}">
      <dsp:nvSpPr>
        <dsp:cNvPr id="0" name=""/>
        <dsp:cNvSpPr/>
      </dsp:nvSpPr>
      <dsp:spPr>
        <a:xfrm>
          <a:off x="0" y="1444943"/>
          <a:ext cx="4298234" cy="5951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Bar chart</a:t>
          </a:r>
          <a:endParaRPr lang="en-TR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055" y="1473998"/>
        <a:ext cx="4240124" cy="537089"/>
      </dsp:txXfrm>
    </dsp:sp>
    <dsp:sp modelId="{13CF3D1C-92F2-DF4A-B7E8-8C860B4A5AF4}">
      <dsp:nvSpPr>
        <dsp:cNvPr id="0" name=""/>
        <dsp:cNvSpPr/>
      </dsp:nvSpPr>
      <dsp:spPr>
        <a:xfrm>
          <a:off x="0" y="2142520"/>
          <a:ext cx="4298234" cy="916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4. Scatterplot with Regression Line </a:t>
          </a:r>
          <a:endParaRPr lang="en-TR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751" y="2187271"/>
        <a:ext cx="4208732" cy="827217"/>
      </dsp:txXfrm>
    </dsp:sp>
    <dsp:sp modelId="{F3679162-C6D6-D143-ABC2-AA078A996413}">
      <dsp:nvSpPr>
        <dsp:cNvPr id="0" name=""/>
        <dsp:cNvSpPr/>
      </dsp:nvSpPr>
      <dsp:spPr>
        <a:xfrm>
          <a:off x="0" y="3166362"/>
          <a:ext cx="4298234" cy="91720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b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5. ML Scatterplots and Confusion Matrices</a:t>
          </a:r>
          <a:endParaRPr lang="en-TR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774" y="3211136"/>
        <a:ext cx="4208686" cy="82765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A512F9-2D59-5B47-AD23-BD1C87EAFAF0}">
      <dsp:nvSpPr>
        <dsp:cNvPr id="0" name=""/>
        <dsp:cNvSpPr/>
      </dsp:nvSpPr>
      <dsp:spPr>
        <a:xfrm>
          <a:off x="0" y="10283"/>
          <a:ext cx="8446290" cy="804960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latin typeface="Times New Roman" panose="02020603050405020304" pitchFamily="18" charset="0"/>
              <a:cs typeface="Times New Roman" panose="02020603050405020304" pitchFamily="18" charset="0"/>
            </a:rPr>
            <a:t>Null hypothesis (H₀): There is no significant difference in Instagram screen time between bad and good weather days.</a:t>
          </a:r>
          <a:endParaRPr lang="en-TR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295" y="49578"/>
        <a:ext cx="8367700" cy="726370"/>
      </dsp:txXfrm>
    </dsp:sp>
    <dsp:sp modelId="{CB33B0B5-BC8B-CE42-B2BD-67703D885DFE}">
      <dsp:nvSpPr>
        <dsp:cNvPr id="0" name=""/>
        <dsp:cNvSpPr/>
      </dsp:nvSpPr>
      <dsp:spPr>
        <a:xfrm>
          <a:off x="0" y="939083"/>
          <a:ext cx="8446290" cy="804960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Alternative hypothesis (H₁): Instagram screen time is significantly higher during bad weather days.</a:t>
          </a:r>
          <a:endParaRPr lang="en-TR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295" y="978378"/>
        <a:ext cx="8367700" cy="72637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66B414-BF4F-3746-BC4F-26500F5CE10C}">
      <dsp:nvSpPr>
        <dsp:cNvPr id="0" name=""/>
        <dsp:cNvSpPr/>
      </dsp:nvSpPr>
      <dsp:spPr>
        <a:xfrm>
          <a:off x="0" y="1747433"/>
          <a:ext cx="4143488" cy="82798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Instagram screen time significantly increases during bad weather.</a:t>
          </a:r>
          <a:endParaRPr lang="en-TR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0419" y="1787852"/>
        <a:ext cx="4062650" cy="747150"/>
      </dsp:txXfrm>
    </dsp:sp>
    <dsp:sp modelId="{B6AACF75-E211-DC4E-A710-6A43F9844C6E}">
      <dsp:nvSpPr>
        <dsp:cNvPr id="0" name=""/>
        <dsp:cNvSpPr/>
      </dsp:nvSpPr>
      <dsp:spPr>
        <a:xfrm rot="10800000">
          <a:off x="0" y="299864"/>
          <a:ext cx="4143488" cy="827987"/>
        </a:xfrm>
        <a:prstGeom prst="roundRect">
          <a:avLst/>
        </a:prstGeom>
        <a:solidFill>
          <a:schemeClr val="accent1"/>
        </a:solidFill>
        <a:ln w="22225" cap="flat" cmpd="sng" algn="ctr">
          <a:solidFill>
            <a:schemeClr val="lt1"/>
          </a:solidFill>
          <a:prstDash val="solid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Pearson Correlation: 0.49</a:t>
          </a:r>
          <a:b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T-test: T = 4.52, P = 0.000031</a:t>
          </a:r>
          <a:endParaRPr lang="en-TR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40419" y="340283"/>
        <a:ext cx="4062650" cy="74714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4E8CE-C2F0-7648-A3AE-01DD2F81FB57}">
      <dsp:nvSpPr>
        <dsp:cNvPr id="0" name=""/>
        <dsp:cNvSpPr/>
      </dsp:nvSpPr>
      <dsp:spPr>
        <a:xfrm>
          <a:off x="0" y="15403"/>
          <a:ext cx="5445292" cy="616004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Used cross-validation to evaluate:</a:t>
          </a:r>
          <a:endParaRPr lang="en-TR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071" y="45474"/>
        <a:ext cx="5385150" cy="555862"/>
      </dsp:txXfrm>
    </dsp:sp>
    <dsp:sp modelId="{A5315A1A-375F-0148-B21D-97FFCFFCA6DE}">
      <dsp:nvSpPr>
        <dsp:cNvPr id="0" name=""/>
        <dsp:cNvSpPr/>
      </dsp:nvSpPr>
      <dsp:spPr>
        <a:xfrm>
          <a:off x="0" y="709168"/>
          <a:ext cx="5445292" cy="6160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1. Random Forest</a:t>
          </a:r>
          <a:endParaRPr lang="en-TR" sz="2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071" y="739239"/>
        <a:ext cx="5385150" cy="555862"/>
      </dsp:txXfrm>
    </dsp:sp>
    <dsp:sp modelId="{CA5CCA1C-3CB0-E747-98A2-C236F749D02C}">
      <dsp:nvSpPr>
        <dsp:cNvPr id="0" name=""/>
        <dsp:cNvSpPr/>
      </dsp:nvSpPr>
      <dsp:spPr>
        <a:xfrm>
          <a:off x="0" y="1402933"/>
          <a:ext cx="5445292" cy="6160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Times New Roman" panose="02020603050405020304" pitchFamily="18" charset="0"/>
              <a:cs typeface="Times New Roman" panose="02020603050405020304" pitchFamily="18" charset="0"/>
            </a:rPr>
            <a:t>2. K-Nearest Neighbors (KNN)</a:t>
          </a:r>
          <a:endParaRPr lang="en-TR" sz="27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071" y="1433004"/>
        <a:ext cx="5385150" cy="555862"/>
      </dsp:txXfrm>
    </dsp:sp>
    <dsp:sp modelId="{341636E1-021D-D545-B416-DA63BCD413B4}">
      <dsp:nvSpPr>
        <dsp:cNvPr id="0" name=""/>
        <dsp:cNvSpPr/>
      </dsp:nvSpPr>
      <dsp:spPr>
        <a:xfrm>
          <a:off x="0" y="2096698"/>
          <a:ext cx="5445292" cy="61600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3. Support Vector Regression (SVR) </a:t>
          </a:r>
          <a:endParaRPr lang="en-TR" sz="27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071" y="2126769"/>
        <a:ext cx="5385150" cy="55586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FEF645-3C0C-7140-A3A4-67DCA0F22A25}">
      <dsp:nvSpPr>
        <dsp:cNvPr id="0" name=""/>
        <dsp:cNvSpPr/>
      </dsp:nvSpPr>
      <dsp:spPr>
        <a:xfrm>
          <a:off x="0" y="6000"/>
          <a:ext cx="7315200" cy="898560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Binary weather classification</a:t>
          </a:r>
          <a:endParaRPr lang="en-T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864" y="49864"/>
        <a:ext cx="7227472" cy="810832"/>
      </dsp:txXfrm>
    </dsp:sp>
    <dsp:sp modelId="{5C594A93-331D-5746-A5D4-C11D1B91FF46}">
      <dsp:nvSpPr>
        <dsp:cNvPr id="0" name=""/>
        <dsp:cNvSpPr/>
      </dsp:nvSpPr>
      <dsp:spPr>
        <a:xfrm>
          <a:off x="0" y="1042800"/>
          <a:ext cx="7315200" cy="898560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Personal factors like mood, sleep, or workload are not included</a:t>
          </a:r>
          <a:endParaRPr lang="en-T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864" y="1086664"/>
        <a:ext cx="7227472" cy="810832"/>
      </dsp:txXfrm>
    </dsp:sp>
    <dsp:sp modelId="{10B59811-65B3-0C41-9F66-EFDCF073C12B}">
      <dsp:nvSpPr>
        <dsp:cNvPr id="0" name=""/>
        <dsp:cNvSpPr/>
      </dsp:nvSpPr>
      <dsp:spPr>
        <a:xfrm>
          <a:off x="0" y="2079600"/>
          <a:ext cx="7315200" cy="898560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• Manually collected, small dataset</a:t>
          </a:r>
          <a:endParaRPr lang="en-TR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864" y="2123464"/>
        <a:ext cx="7227472" cy="81083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883E7-C53C-F94A-8B5B-8FFF5498A0E0}">
      <dsp:nvSpPr>
        <dsp:cNvPr id="0" name=""/>
        <dsp:cNvSpPr/>
      </dsp:nvSpPr>
      <dsp:spPr>
        <a:xfrm>
          <a:off x="0" y="65505"/>
          <a:ext cx="7067938" cy="964130"/>
        </a:xfrm>
        <a:prstGeom prst="roundRect">
          <a:avLst/>
        </a:prstGeom>
        <a:gradFill flip="none" rotWithShape="1">
          <a:gsLst>
            <a:gs pos="72024">
              <a:srgbClr val="AED770"/>
            </a:gs>
            <a:gs pos="0">
              <a:schemeClr val="accent1">
                <a:lumMod val="67000"/>
              </a:schemeClr>
            </a:gs>
            <a:gs pos="33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  <a:alpha val="54000"/>
              </a:schemeClr>
            </a:gs>
          </a:gsLst>
          <a:lin ang="5400000" scaled="1"/>
          <a:tileRect/>
        </a:gra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Dataset already enriched with daily average temperature and humidity.</a:t>
          </a:r>
          <a:endParaRPr lang="en-TR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065" y="112570"/>
        <a:ext cx="6973808" cy="870000"/>
      </dsp:txXfrm>
    </dsp:sp>
    <dsp:sp modelId="{BECF841C-F5BB-5E48-B8EA-326CC291EA34}">
      <dsp:nvSpPr>
        <dsp:cNvPr id="0" name=""/>
        <dsp:cNvSpPr/>
      </dsp:nvSpPr>
      <dsp:spPr>
        <a:xfrm>
          <a:off x="0" y="1248991"/>
          <a:ext cx="7067938" cy="552386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Further improvements:</a:t>
          </a:r>
          <a:endParaRPr lang="en-TR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965" y="1275956"/>
        <a:ext cx="7014008" cy="498456"/>
      </dsp:txXfrm>
    </dsp:sp>
    <dsp:sp modelId="{FD3534B3-3D8D-C045-BFA4-4884CA1533B4}">
      <dsp:nvSpPr>
        <dsp:cNvPr id="0" name=""/>
        <dsp:cNvSpPr/>
      </dsp:nvSpPr>
      <dsp:spPr>
        <a:xfrm>
          <a:off x="0" y="1985698"/>
          <a:ext cx="7067938" cy="552386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Collecting data over a longer time</a:t>
          </a:r>
          <a:endParaRPr lang="en-TR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965" y="2012663"/>
        <a:ext cx="7014008" cy="498456"/>
      </dsp:txXfrm>
    </dsp:sp>
    <dsp:sp modelId="{40FCF11D-C1B7-BC4B-8F02-483BB06CDBC0}">
      <dsp:nvSpPr>
        <dsp:cNvPr id="0" name=""/>
        <dsp:cNvSpPr/>
      </dsp:nvSpPr>
      <dsp:spPr>
        <a:xfrm>
          <a:off x="0" y="2722405"/>
          <a:ext cx="7067938" cy="552386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Including data from multiple individuals</a:t>
          </a:r>
          <a:endParaRPr lang="en-TR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965" y="2749370"/>
        <a:ext cx="7014008" cy="498456"/>
      </dsp:txXfrm>
    </dsp:sp>
    <dsp:sp modelId="{3527A344-6E30-F841-B745-5555E8D88D3E}">
      <dsp:nvSpPr>
        <dsp:cNvPr id="0" name=""/>
        <dsp:cNvSpPr/>
      </dsp:nvSpPr>
      <dsp:spPr>
        <a:xfrm>
          <a:off x="0" y="3459112"/>
          <a:ext cx="7067938" cy="590485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Including personal behavioral variables such as mood and sleep quality</a:t>
          </a:r>
          <a:endParaRPr lang="en-TR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825" y="3487937"/>
        <a:ext cx="7010288" cy="532835"/>
      </dsp:txXfrm>
    </dsp:sp>
    <dsp:sp modelId="{C8469E76-F475-C245-AC23-2B0A7C260DAF}">
      <dsp:nvSpPr>
        <dsp:cNvPr id="0" name=""/>
        <dsp:cNvSpPr/>
      </dsp:nvSpPr>
      <dsp:spPr>
        <a:xfrm>
          <a:off x="0" y="4233917"/>
          <a:ext cx="7067938" cy="590749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Expanding the weather data with metrics like precipitation amount, wind speed, etc.</a:t>
          </a:r>
          <a:endParaRPr lang="en-TR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838" y="4262755"/>
        <a:ext cx="7010262" cy="53307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995685-854A-4740-B769-39DBEEF91484}">
      <dsp:nvSpPr>
        <dsp:cNvPr id="0" name=""/>
        <dsp:cNvSpPr/>
      </dsp:nvSpPr>
      <dsp:spPr>
        <a:xfrm>
          <a:off x="0" y="15854"/>
          <a:ext cx="7165910" cy="880424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Screen time is significantly higher on bad weather days. </a:t>
          </a:r>
          <a:endParaRPr lang="en-T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979" y="58833"/>
        <a:ext cx="7079952" cy="794466"/>
      </dsp:txXfrm>
    </dsp:sp>
    <dsp:sp modelId="{71C0B684-39E5-F242-8139-62ACCFCD004F}">
      <dsp:nvSpPr>
        <dsp:cNvPr id="0" name=""/>
        <dsp:cNvSpPr/>
      </dsp:nvSpPr>
      <dsp:spPr>
        <a:xfrm>
          <a:off x="0" y="997079"/>
          <a:ext cx="7165910" cy="880424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• Regression analysis shows a negative relationship between temperature and Instagram usage.</a:t>
          </a:r>
          <a:endParaRPr lang="en-TR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979" y="1040058"/>
        <a:ext cx="7079952" cy="794466"/>
      </dsp:txXfrm>
    </dsp:sp>
    <dsp:sp modelId="{BD8F5946-9C2F-A846-B504-D3B1A35A2CC3}">
      <dsp:nvSpPr>
        <dsp:cNvPr id="0" name=""/>
        <dsp:cNvSpPr/>
      </dsp:nvSpPr>
      <dsp:spPr>
        <a:xfrm>
          <a:off x="0" y="1978303"/>
          <a:ext cx="7165910" cy="880424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Random Forest is the best performing model among the ML models.</a:t>
          </a:r>
          <a:endParaRPr lang="en-T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979" y="2021282"/>
        <a:ext cx="7079952" cy="794466"/>
      </dsp:txXfrm>
    </dsp:sp>
    <dsp:sp modelId="{D090E02B-4EC2-3443-B151-E988DF51D723}">
      <dsp:nvSpPr>
        <dsp:cNvPr id="0" name=""/>
        <dsp:cNvSpPr/>
      </dsp:nvSpPr>
      <dsp:spPr>
        <a:xfrm>
          <a:off x="0" y="2959528"/>
          <a:ext cx="7165910" cy="880424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• Confusion matrices show good bin classification.</a:t>
          </a:r>
          <a:endParaRPr lang="en-TR" sz="24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979" y="3002507"/>
        <a:ext cx="7079952" cy="794466"/>
      </dsp:txXfrm>
    </dsp:sp>
    <dsp:sp modelId="{27EFF114-9750-0440-9F00-4ED2D61E0C3D}">
      <dsp:nvSpPr>
        <dsp:cNvPr id="0" name=""/>
        <dsp:cNvSpPr/>
      </dsp:nvSpPr>
      <dsp:spPr>
        <a:xfrm>
          <a:off x="0" y="3940753"/>
          <a:ext cx="7165910" cy="880424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• SVR and KNN underperform compared to RF. </a:t>
          </a:r>
          <a:endParaRPr lang="en-T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2979" y="3983732"/>
        <a:ext cx="7079952" cy="79446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7E844-B849-8A43-9214-CD8807A7C156}">
      <dsp:nvSpPr>
        <dsp:cNvPr id="0" name=""/>
        <dsp:cNvSpPr/>
      </dsp:nvSpPr>
      <dsp:spPr>
        <a:xfrm>
          <a:off x="0" y="0"/>
          <a:ext cx="7315200" cy="1254825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The findings support the initial hypothesis that  Instagram screen time tends to increase on bad weather days.</a:t>
          </a:r>
          <a:endParaRPr lang="en-T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1256" y="61256"/>
        <a:ext cx="7192688" cy="1132313"/>
      </dsp:txXfrm>
    </dsp:sp>
    <dsp:sp modelId="{ECBC4642-7E52-9842-B4E0-293D9230DE15}">
      <dsp:nvSpPr>
        <dsp:cNvPr id="0" name=""/>
        <dsp:cNvSpPr/>
      </dsp:nvSpPr>
      <dsp:spPr>
        <a:xfrm>
          <a:off x="0" y="1537612"/>
          <a:ext cx="7315200" cy="896396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Understanding these patterns can support better screen management.</a:t>
          </a:r>
          <a:endParaRPr lang="en-T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3758" y="1581370"/>
        <a:ext cx="7227684" cy="808880"/>
      </dsp:txXfrm>
    </dsp:sp>
    <dsp:sp modelId="{CB8FBBE1-EAE9-1C4E-B6DD-307E5B8CD0C6}">
      <dsp:nvSpPr>
        <dsp:cNvPr id="0" name=""/>
        <dsp:cNvSpPr/>
      </dsp:nvSpPr>
      <dsp:spPr>
        <a:xfrm>
          <a:off x="0" y="2716796"/>
          <a:ext cx="7315200" cy="1116003"/>
        </a:xfrm>
        <a:prstGeom prst="roundRect">
          <a:avLst/>
        </a:prstGeom>
        <a:noFill/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Project shows value of personal data and predictive modeling.</a:t>
          </a:r>
          <a:endParaRPr lang="en-T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479" y="2771275"/>
        <a:ext cx="7206242" cy="10070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1" name="Google Shape;1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5be26b28dc_0_7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5be26b28dc_0_7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be26b28dc_0_7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be26b28dc_0_7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5be26b28dc_0_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5be26b28dc_0_7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be26b28dc_0_7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be26b28dc_0_7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4031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06991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515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2017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759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189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620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9813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582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249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5674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149309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7637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25440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81458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54967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6926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421233"/>
            <a:ext cx="8520600" cy="110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633633"/>
            <a:ext cx="8520600" cy="44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1031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5/27/25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1559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8" r:id="rId1"/>
    <p:sldLayoutId id="2147483999" r:id="rId2"/>
    <p:sldLayoutId id="2147484000" r:id="rId3"/>
    <p:sldLayoutId id="2147484001" r:id="rId4"/>
    <p:sldLayoutId id="2147484002" r:id="rId5"/>
    <p:sldLayoutId id="2147484003" r:id="rId6"/>
    <p:sldLayoutId id="2147484004" r:id="rId7"/>
    <p:sldLayoutId id="2147484005" r:id="rId8"/>
    <p:sldLayoutId id="2147484006" r:id="rId9"/>
    <p:sldLayoutId id="2147484007" r:id="rId10"/>
    <p:sldLayoutId id="2147484008" r:id="rId11"/>
    <p:sldLayoutId id="2147484009" r:id="rId12"/>
    <p:sldLayoutId id="2147484010" r:id="rId13"/>
    <p:sldLayoutId id="2147484011" r:id="rId14"/>
    <p:sldLayoutId id="2147484012" r:id="rId15"/>
    <p:sldLayoutId id="2147484013" r:id="rId16"/>
    <p:sldLayoutId id="2147484014" r:id="rId17"/>
    <p:sldLayoutId id="2147484015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13" Type="http://schemas.openxmlformats.org/officeDocument/2006/relationships/diagramData" Target="../diagrams/data7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1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6" Type="http://schemas.openxmlformats.org/officeDocument/2006/relationships/diagramColors" Target="../diagrams/colors7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5" Type="http://schemas.openxmlformats.org/officeDocument/2006/relationships/diagramQuickStyle" Target="../diagrams/quickStyle7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Relationship Id="rId14" Type="http://schemas.openxmlformats.org/officeDocument/2006/relationships/diagramLayout" Target="../diagrams/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0.xml"/><Relationship Id="rId13" Type="http://schemas.openxmlformats.org/officeDocument/2006/relationships/diagramColors" Target="../diagrams/colors11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10.xml"/><Relationship Id="rId12" Type="http://schemas.openxmlformats.org/officeDocument/2006/relationships/diagramQuickStyle" Target="../diagrams/quickStyle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6" Type="http://schemas.openxmlformats.org/officeDocument/2006/relationships/diagramLayout" Target="../diagrams/layout10.xml"/><Relationship Id="rId11" Type="http://schemas.openxmlformats.org/officeDocument/2006/relationships/diagramLayout" Target="../diagrams/layout11.xml"/><Relationship Id="rId5" Type="http://schemas.openxmlformats.org/officeDocument/2006/relationships/diagramData" Target="../diagrams/data10.xml"/><Relationship Id="rId10" Type="http://schemas.openxmlformats.org/officeDocument/2006/relationships/diagramData" Target="../diagrams/data11.xml"/><Relationship Id="rId4" Type="http://schemas.openxmlformats.org/officeDocument/2006/relationships/image" Target="../media/image2.png"/><Relationship Id="rId9" Type="http://schemas.microsoft.com/office/2007/relationships/diagramDrawing" Target="../diagrams/drawing10.xml"/><Relationship Id="rId14" Type="http://schemas.microsoft.com/office/2007/relationships/diagramDrawing" Target="../diagrams/drawin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AD4F14E-88B6-1C84-004C-4B502C6868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1319046"/>
              </p:ext>
            </p:extLst>
          </p:nvPr>
        </p:nvGraphicFramePr>
        <p:xfrm>
          <a:off x="1856683" y="870200"/>
          <a:ext cx="5430632" cy="471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6633422" y="5474125"/>
            <a:ext cx="1890600" cy="936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720"/>
              <a:buNone/>
            </a:pPr>
            <a:r>
              <a:rPr lang="en-US" sz="1729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İpek </a:t>
            </a:r>
            <a:r>
              <a:rPr lang="tr-TR" sz="1729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Kamiloğlu</a:t>
            </a:r>
          </a:p>
          <a:p>
            <a:pPr marL="0" lvl="0" indent="0" algn="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720"/>
              <a:buNone/>
            </a:pPr>
            <a:r>
              <a:rPr lang="en-US" sz="1729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32020</a:t>
            </a:r>
            <a:endParaRPr sz="1729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3580375" y="5725975"/>
            <a:ext cx="2698500" cy="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" name="Google Shape;65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71972" y="5526045"/>
            <a:ext cx="1600053" cy="684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/>
        </p:nvSpPr>
        <p:spPr>
          <a:xfrm>
            <a:off x="1856683" y="472288"/>
            <a:ext cx="5430632" cy="6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DSA 210 Project</a:t>
            </a:r>
            <a:endParaRPr sz="24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1">
        <p:bldAsOne/>
      </p:bldGraphic>
      <p:bldP spid="63" grpId="0" build="p"/>
      <p:bldP spid="66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CE946CA-00C8-2506-00C2-E38D2FFF8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4357802"/>
              </p:ext>
            </p:extLst>
          </p:nvPr>
        </p:nvGraphicFramePr>
        <p:xfrm>
          <a:off x="1031032" y="2759586"/>
          <a:ext cx="7081935" cy="1338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Hypothesis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F409025-9BED-F3A3-21DB-A6152C77B9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547202"/>
              </p:ext>
            </p:extLst>
          </p:nvPr>
        </p:nvGraphicFramePr>
        <p:xfrm>
          <a:off x="906600" y="2736300"/>
          <a:ext cx="7330800" cy="138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D687CE2-8732-CA22-C63B-255DF02427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9104702"/>
              </p:ext>
            </p:extLst>
          </p:nvPr>
        </p:nvGraphicFramePr>
        <p:xfrm>
          <a:off x="914400" y="2736300"/>
          <a:ext cx="7315200" cy="138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Data Source</a:t>
            </a:r>
            <a:endParaRPr sz="40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D9E12902-2299-7CA1-6FE1-F16003DD27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0324377"/>
              </p:ext>
            </p:extLst>
          </p:nvPr>
        </p:nvGraphicFramePr>
        <p:xfrm>
          <a:off x="311700" y="2008022"/>
          <a:ext cx="8520600" cy="12618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442AAE8-058C-0910-5E4C-B1FEBE05B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3154304"/>
              </p:ext>
            </p:extLst>
          </p:nvPr>
        </p:nvGraphicFramePr>
        <p:xfrm>
          <a:off x="4925962" y="3429000"/>
          <a:ext cx="3383925" cy="30077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942A6274-A0B8-0639-279D-88235572C3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8403567"/>
              </p:ext>
            </p:extLst>
          </p:nvPr>
        </p:nvGraphicFramePr>
        <p:xfrm>
          <a:off x="1172477" y="3429000"/>
          <a:ext cx="3045562" cy="2676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  <p:bldGraphic spid="8" grpId="0">
        <p:bldAsOne/>
      </p:bldGraphic>
      <p:bldGraphic spid="13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Project Plan</a:t>
            </a:r>
          </a:p>
        </p:txBody>
      </p:sp>
      <p:graphicFrame>
        <p:nvGraphicFramePr>
          <p:cNvPr id="149" name="Google Shape;98;p18">
            <a:extLst>
              <a:ext uri="{FF2B5EF4-FFF2-40B4-BE49-F238E27FC236}">
                <a16:creationId xmlns:a16="http://schemas.microsoft.com/office/drawing/2014/main" id="{C3DC0F6B-2E22-1332-34DC-4CEFC71A2A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6859044"/>
              </p:ext>
            </p:extLst>
          </p:nvPr>
        </p:nvGraphicFramePr>
        <p:xfrm>
          <a:off x="2518287" y="1529733"/>
          <a:ext cx="4107426" cy="46471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graphicEl>
                                              <a:dgm id="{F4C031A0-174D-A441-81C4-B0329E78E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9">
                                            <p:graphicEl>
                                              <a:dgm id="{F4C031A0-174D-A441-81C4-B0329E78E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9">
                                            <p:graphicEl>
                                              <a:dgm id="{F4C031A0-174D-A441-81C4-B0329E78E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graphicEl>
                                              <a:dgm id="{B7408CCC-8EC6-6547-8185-4532500530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9">
                                            <p:graphicEl>
                                              <a:dgm id="{B7408CCC-8EC6-6547-8185-4532500530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9">
                                            <p:graphicEl>
                                              <a:dgm id="{B7408CCC-8EC6-6547-8185-4532500530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graphicEl>
                                              <a:dgm id="{070452A3-4E6C-6D4A-9689-0807229397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9">
                                            <p:graphicEl>
                                              <a:dgm id="{070452A3-4E6C-6D4A-9689-0807229397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9">
                                            <p:graphicEl>
                                              <a:dgm id="{070452A3-4E6C-6D4A-9689-0807229397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graphicEl>
                                              <a:dgm id="{5DCE5412-6646-EF43-8EA0-CF0397715C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9">
                                            <p:graphicEl>
                                              <a:dgm id="{5DCE5412-6646-EF43-8EA0-CF0397715C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9">
                                            <p:graphicEl>
                                              <a:dgm id="{5DCE5412-6646-EF43-8EA0-CF0397715C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graphicEl>
                                              <a:dgm id="{615277E6-381A-684A-B5D9-E23EAED964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9">
                                            <p:graphicEl>
                                              <a:dgm id="{615277E6-381A-684A-B5D9-E23EAED964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9">
                                            <p:graphicEl>
                                              <a:dgm id="{615277E6-381A-684A-B5D9-E23EAED964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graphicEl>
                                              <a:dgm id="{F25FA7A4-8D71-B343-ABBE-BF63B47430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9">
                                            <p:graphicEl>
                                              <a:dgm id="{F25FA7A4-8D71-B343-ABBE-BF63B47430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9">
                                            <p:graphicEl>
                                              <a:dgm id="{F25FA7A4-8D71-B343-ABBE-BF63B47430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9" grpId="0" uiExpand="1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632049"/>
            <a:ext cx="8520600" cy="1548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Exploratory Data Analysis (EDA)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 &amp; Visualization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8FDA090-6B36-D192-5EA1-70A2CCAD46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5830494"/>
              </p:ext>
            </p:extLst>
          </p:nvPr>
        </p:nvGraphicFramePr>
        <p:xfrm>
          <a:off x="2422883" y="2450640"/>
          <a:ext cx="4298234" cy="4407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CE46378-03F4-B049-A8F2-A891A14031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0CE46378-03F4-B049-A8F2-A891A14031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0CE46378-03F4-B049-A8F2-A891A14031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861790A-562C-E94C-8CFA-693D5EBFAB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F861790A-562C-E94C-8CFA-693D5EBFAB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F861790A-562C-E94C-8CFA-693D5EBFAB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973E7BC-3C12-454C-A9E6-8BA7258E45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graphicEl>
                                              <a:dgm id="{D973E7BC-3C12-454C-A9E6-8BA7258E45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graphicEl>
                                              <a:dgm id="{D973E7BC-3C12-454C-A9E6-8BA7258E45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3CF3D1C-92F2-DF4A-B7E8-8C860B4A5A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13CF3D1C-92F2-DF4A-B7E8-8C860B4A5A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graphicEl>
                                              <a:dgm id="{13CF3D1C-92F2-DF4A-B7E8-8C860B4A5A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3679162-C6D6-D143-ABC2-AA078A9964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graphicEl>
                                              <a:dgm id="{F3679162-C6D6-D143-ABC2-AA078A9964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graphicEl>
                                              <a:dgm id="{F3679162-C6D6-D143-ABC2-AA078A9964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7" name="Group 206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5" y="0"/>
            <a:ext cx="9040414" cy="6858001"/>
            <a:chOff x="-14288" y="0"/>
            <a:chExt cx="12053888" cy="6858001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08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09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10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11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12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13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14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15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16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17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18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19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20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21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22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23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24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25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26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27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28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29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30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31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32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33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34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</p:grp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35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36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37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38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39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40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41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42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43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244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</p:grpSp>
      </p:grpSp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457200" lvl="0" indent="-508000">
              <a:spcBef>
                <a:spcPct val="0"/>
              </a:spcBef>
              <a:spcAft>
                <a:spcPts val="0"/>
              </a:spcAft>
              <a:buSzPts val="4400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1. Histogram</a:t>
            </a:r>
          </a:p>
        </p:txBody>
      </p:sp>
      <p:pic>
        <p:nvPicPr>
          <p:cNvPr id="111" name="Google Shape;111;p20" title="histogram.pn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856058" y="2617543"/>
            <a:ext cx="3516925" cy="2813538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Round Diagonal Corner Rectangle 2">
            <a:extLst>
              <a:ext uri="{FF2B5EF4-FFF2-40B4-BE49-F238E27FC236}">
                <a16:creationId xmlns:a16="http://schemas.microsoft.com/office/drawing/2014/main" id="{70437762-0B89-D48A-A03F-8BCECD386633}"/>
              </a:ext>
            </a:extLst>
          </p:cNvPr>
          <p:cNvSpPr/>
          <p:nvPr/>
        </p:nvSpPr>
        <p:spPr>
          <a:xfrm>
            <a:off x="4775541" y="2226656"/>
            <a:ext cx="3527876" cy="3578225"/>
          </a:xfrm>
          <a:prstGeom prst="round2Diag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histogram shows the distribution of daily Instagram screen time. 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values are between 30 and 100 minutes.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is right-skewed, indicating that higher screen times are less common.</a:t>
            </a:r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2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5" name="Group 124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5" y="0"/>
            <a:ext cx="9040414" cy="6858001"/>
            <a:chOff x="-14288" y="0"/>
            <a:chExt cx="12053888" cy="6858001"/>
          </a:xfrm>
        </p:grpSpPr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38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39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0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1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2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3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4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5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6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7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8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9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0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1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2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3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4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5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6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7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8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9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0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1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2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3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4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28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29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30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31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32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33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34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35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36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37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</p:grpSp>
      </p:grpSp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2. Boxplot</a:t>
            </a:r>
          </a:p>
        </p:txBody>
      </p:sp>
      <p:pic>
        <p:nvPicPr>
          <p:cNvPr id="118" name="Google Shape;118;p21" title="boxplotprevious.pn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856058" y="2621938"/>
            <a:ext cx="3516925" cy="2804747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Round Diagonal Corner Rectangle 5">
            <a:extLst>
              <a:ext uri="{FF2B5EF4-FFF2-40B4-BE49-F238E27FC236}">
                <a16:creationId xmlns:a16="http://schemas.microsoft.com/office/drawing/2014/main" id="{7CF28E74-A1EE-7F99-EB8A-69F6E21B2976}"/>
              </a:ext>
            </a:extLst>
          </p:cNvPr>
          <p:cNvSpPr/>
          <p:nvPr/>
        </p:nvSpPr>
        <p:spPr>
          <a:xfrm>
            <a:off x="4783746" y="2486025"/>
            <a:ext cx="3527876" cy="3070225"/>
          </a:xfrm>
          <a:prstGeom prst="round2Diag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boxplot compares screen time under good and bad weather conditions. 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median usage is noticeably higher on bad weather days.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 weather clearly leads to longer Instagram usage.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2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5" y="0"/>
            <a:ext cx="9040414" cy="6858001"/>
            <a:chOff x="-14288" y="0"/>
            <a:chExt cx="12053888" cy="6858001"/>
          </a:xfrm>
        </p:grpSpPr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5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6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7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8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9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0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1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2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3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4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5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6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7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8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9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0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1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2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3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4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5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6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7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8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9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0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1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35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36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37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38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39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0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1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2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3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4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</p:grpSp>
      </p:grpSp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3. Bar Chart</a:t>
            </a:r>
          </a:p>
        </p:txBody>
      </p:sp>
      <p:pic>
        <p:nvPicPr>
          <p:cNvPr id="125" name="Google Shape;125;p22" title="barchart.pn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856058" y="2393338"/>
            <a:ext cx="3516925" cy="3261947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Round Diagonal Corner Rectangle 2">
            <a:extLst>
              <a:ext uri="{FF2B5EF4-FFF2-40B4-BE49-F238E27FC236}">
                <a16:creationId xmlns:a16="http://schemas.microsoft.com/office/drawing/2014/main" id="{E153AEB2-DC07-5213-59F0-21674035A64C}"/>
              </a:ext>
            </a:extLst>
          </p:cNvPr>
          <p:cNvSpPr/>
          <p:nvPr/>
        </p:nvSpPr>
        <p:spPr>
          <a:xfrm>
            <a:off x="4775541" y="2366963"/>
            <a:ext cx="3527876" cy="3260725"/>
          </a:xfrm>
          <a:prstGeom prst="round2Diag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b="0" i="0" dirty="0">
                <a:solidFill>
                  <a:srgbClr val="F0F6F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bar chart shows the average Instagram screen time:</a:t>
            </a:r>
          </a:p>
          <a:p>
            <a:pPr algn="l"/>
            <a:endParaRPr lang="en-US" b="0" i="0" dirty="0">
              <a:solidFill>
                <a:srgbClr val="F0F6F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0F6F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bad weather days the average time is ~90.46 minutes.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F0F6F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0F6F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 good weather days the average time is ~51.4 minutes.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2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9" name="Group 138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715" y="0"/>
            <a:ext cx="9040414" cy="6858001"/>
            <a:chOff x="-14288" y="0"/>
            <a:chExt cx="12053888" cy="6858001"/>
          </a:xfrm>
        </p:grpSpPr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2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3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4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5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6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7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8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9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0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1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2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3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4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5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6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7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8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9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0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1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2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3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4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5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6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7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8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</p:grp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42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3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4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5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6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7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8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49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0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1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p14="http://schemas.microsoft.com/office/powerpoint/2010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</p:grpSp>
      </p:grpSp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>
              <a:spcBef>
                <a:spcPct val="0"/>
              </a:spcBef>
              <a:spcAft>
                <a:spcPts val="0"/>
              </a:spcAft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4. Scatterplot</a:t>
            </a:r>
          </a:p>
        </p:txBody>
      </p:sp>
      <p:pic>
        <p:nvPicPr>
          <p:cNvPr id="132" name="Google Shape;132;p23" title="LinearRegression.pn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856058" y="2907688"/>
            <a:ext cx="3516925" cy="2233247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Round Diagonal Corner Rectangle 2">
            <a:extLst>
              <a:ext uri="{FF2B5EF4-FFF2-40B4-BE49-F238E27FC236}">
                <a16:creationId xmlns:a16="http://schemas.microsoft.com/office/drawing/2014/main" id="{2A58078A-C2F4-D6AA-2C92-AC587E341985}"/>
              </a:ext>
            </a:extLst>
          </p:cNvPr>
          <p:cNvSpPr/>
          <p:nvPr/>
        </p:nvSpPr>
        <p:spPr>
          <a:xfrm>
            <a:off x="4764825" y="1816101"/>
            <a:ext cx="3527876" cy="4491038"/>
          </a:xfrm>
          <a:prstGeom prst="round2Diag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0" i="0" dirty="0">
                <a:solidFill>
                  <a:srgbClr val="F0F6F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scatterplot shows the relationship between average daily temperature and Instagram screen time. </a:t>
            </a:r>
          </a:p>
          <a:p>
            <a:endParaRPr lang="en-US" b="0" i="0" dirty="0">
              <a:solidFill>
                <a:srgbClr val="F0F6F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i="0" dirty="0">
                <a:solidFill>
                  <a:srgbClr val="F0F6F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point represents a day's usage. </a:t>
            </a:r>
          </a:p>
          <a:p>
            <a:endParaRPr lang="en-US" b="0" i="0" dirty="0">
              <a:solidFill>
                <a:srgbClr val="F0F6F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0" i="0" dirty="0">
                <a:solidFill>
                  <a:srgbClr val="F0F6F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negative slope of the line indicates that as temperature increases, Instagram screen time tends to decrease.</a:t>
            </a:r>
          </a:p>
          <a:p>
            <a:endParaRPr lang="en-US" b="0" i="0" dirty="0">
              <a:solidFill>
                <a:srgbClr val="F0F6F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0F6F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Intercept (</a:t>
            </a:r>
            <a:r>
              <a:rPr lang="el-GR" b="0" i="0" dirty="0">
                <a:solidFill>
                  <a:srgbClr val="F0F6F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β₀): 106.24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0F6F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Slope (</a:t>
            </a:r>
            <a:r>
              <a:rPr lang="el-GR" b="0" i="0" dirty="0">
                <a:solidFill>
                  <a:srgbClr val="F0F6F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β₁): -3.31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2" presetClass="entr" presetSubtype="2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Picture 2">
            <a:extLst>
              <a:ext uri="{FF2B5EF4-FFF2-40B4-BE49-F238E27FC236}">
                <a16:creationId xmlns:a16="http://schemas.microsoft.com/office/drawing/2014/main" id="{174E31E4-530B-4247-962C-F46F5F66D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93" y="0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6FA2727-C33B-44D1-885B-76DC0424E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9040414" cy="6858001"/>
            <a:chOff x="-14288" y="0"/>
            <a:chExt cx="12053888" cy="6858001"/>
          </a:xfrm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4A64FD4C-29BA-46E7-AE31-AB38BB694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61" name="Rectangle 5">
                <a:extLst>
                  <a:ext uri="{FF2B5EF4-FFF2-40B4-BE49-F238E27FC236}">
                    <a16:creationId xmlns:a16="http://schemas.microsoft.com/office/drawing/2014/main" id="{A28E5FB6-5905-4F5D-A6CE-E6222C405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2" name="Freeform 6">
                <a:extLst>
                  <a:ext uri="{FF2B5EF4-FFF2-40B4-BE49-F238E27FC236}">
                    <a16:creationId xmlns:a16="http://schemas.microsoft.com/office/drawing/2014/main" id="{F838FE17-378C-4BCE-80C0-FDD1CB074E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3" name="Freeform 7">
                <a:extLst>
                  <a:ext uri="{FF2B5EF4-FFF2-40B4-BE49-F238E27FC236}">
                    <a16:creationId xmlns:a16="http://schemas.microsoft.com/office/drawing/2014/main" id="{12A1474E-6A37-4F4D-A638-DD0EC0A5B5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4" name="Freeform 8">
                <a:extLst>
                  <a:ext uri="{FF2B5EF4-FFF2-40B4-BE49-F238E27FC236}">
                    <a16:creationId xmlns:a16="http://schemas.microsoft.com/office/drawing/2014/main" id="{49EA8CC2-4D0F-4C86-9CA9-FC3792FED1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5" name="Freeform 9">
                <a:extLst>
                  <a:ext uri="{FF2B5EF4-FFF2-40B4-BE49-F238E27FC236}">
                    <a16:creationId xmlns:a16="http://schemas.microsoft.com/office/drawing/2014/main" id="{69548BD5-92E6-42BD-9719-16AA005C56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6" name="Freeform 10">
                <a:extLst>
                  <a:ext uri="{FF2B5EF4-FFF2-40B4-BE49-F238E27FC236}">
                    <a16:creationId xmlns:a16="http://schemas.microsoft.com/office/drawing/2014/main" id="{93005965-F240-4349-A563-515973BF01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7" name="Freeform 11">
                <a:extLst>
                  <a:ext uri="{FF2B5EF4-FFF2-40B4-BE49-F238E27FC236}">
                    <a16:creationId xmlns:a16="http://schemas.microsoft.com/office/drawing/2014/main" id="{277A546F-05BB-4274-A6A6-9DACC27ABC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8" name="Freeform 12">
                <a:extLst>
                  <a:ext uri="{FF2B5EF4-FFF2-40B4-BE49-F238E27FC236}">
                    <a16:creationId xmlns:a16="http://schemas.microsoft.com/office/drawing/2014/main" id="{7BE7FF91-E18E-41AA-A952-07CB0C02C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9" name="Freeform 13">
                <a:extLst>
                  <a:ext uri="{FF2B5EF4-FFF2-40B4-BE49-F238E27FC236}">
                    <a16:creationId xmlns:a16="http://schemas.microsoft.com/office/drawing/2014/main" id="{3F6A31AA-E4FB-4DD0-9AB1-BDD994CFA5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0" name="Freeform 14">
                <a:extLst>
                  <a:ext uri="{FF2B5EF4-FFF2-40B4-BE49-F238E27FC236}">
                    <a16:creationId xmlns:a16="http://schemas.microsoft.com/office/drawing/2014/main" id="{F99B8398-08D8-4C1E-8D7F-BAFB4D3937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1" name="Freeform 15">
                <a:extLst>
                  <a:ext uri="{FF2B5EF4-FFF2-40B4-BE49-F238E27FC236}">
                    <a16:creationId xmlns:a16="http://schemas.microsoft.com/office/drawing/2014/main" id="{CD3984BB-CCC2-49D9-A80B-9507BE5A91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2" name="Line 16">
                <a:extLst>
                  <a:ext uri="{FF2B5EF4-FFF2-40B4-BE49-F238E27FC236}">
                    <a16:creationId xmlns:a16="http://schemas.microsoft.com/office/drawing/2014/main" id="{78FF7C07-82F5-4A64-9D71-29CBE1B79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3" name="Freeform 17">
                <a:extLst>
                  <a:ext uri="{FF2B5EF4-FFF2-40B4-BE49-F238E27FC236}">
                    <a16:creationId xmlns:a16="http://schemas.microsoft.com/office/drawing/2014/main" id="{7F1773CA-6AE7-4723-B072-CEC5F3829B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4" name="Freeform 18">
                <a:extLst>
                  <a:ext uri="{FF2B5EF4-FFF2-40B4-BE49-F238E27FC236}">
                    <a16:creationId xmlns:a16="http://schemas.microsoft.com/office/drawing/2014/main" id="{D5EC23E0-B877-4A62-B084-5407401FB6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5" name="Freeform 19">
                <a:extLst>
                  <a:ext uri="{FF2B5EF4-FFF2-40B4-BE49-F238E27FC236}">
                    <a16:creationId xmlns:a16="http://schemas.microsoft.com/office/drawing/2014/main" id="{633C4B0E-E7C6-4A1A-9D3A-80C8E3C59D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6" name="Freeform 20">
                <a:extLst>
                  <a:ext uri="{FF2B5EF4-FFF2-40B4-BE49-F238E27FC236}">
                    <a16:creationId xmlns:a16="http://schemas.microsoft.com/office/drawing/2014/main" id="{AB21372F-73AC-4C69-81F0-0D44D36F6E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7" name="Rectangle 21">
                <a:extLst>
                  <a:ext uri="{FF2B5EF4-FFF2-40B4-BE49-F238E27FC236}">
                    <a16:creationId xmlns:a16="http://schemas.microsoft.com/office/drawing/2014/main" id="{B5619D97-D7A8-4DFF-8AB1-F4B393C1B4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8" name="Freeform 22">
                <a:extLst>
                  <a:ext uri="{FF2B5EF4-FFF2-40B4-BE49-F238E27FC236}">
                    <a16:creationId xmlns:a16="http://schemas.microsoft.com/office/drawing/2014/main" id="{55E03CED-9618-41BB-898B-2FECEFD7B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79" name="Freeform 23">
                <a:extLst>
                  <a:ext uri="{FF2B5EF4-FFF2-40B4-BE49-F238E27FC236}">
                    <a16:creationId xmlns:a16="http://schemas.microsoft.com/office/drawing/2014/main" id="{78F0A5C5-589E-4053-A41A-FA77210C3D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80" name="Freeform 24">
                <a:extLst>
                  <a:ext uri="{FF2B5EF4-FFF2-40B4-BE49-F238E27FC236}">
                    <a16:creationId xmlns:a16="http://schemas.microsoft.com/office/drawing/2014/main" id="{AC2718F8-15C5-4DAB-B194-AAEE8A205E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81" name="Freeform 25">
                <a:extLst>
                  <a:ext uri="{FF2B5EF4-FFF2-40B4-BE49-F238E27FC236}">
                    <a16:creationId xmlns:a16="http://schemas.microsoft.com/office/drawing/2014/main" id="{23C6608B-EA21-4579-B33F-55E52AC287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82" name="Freeform 26">
                <a:extLst>
                  <a:ext uri="{FF2B5EF4-FFF2-40B4-BE49-F238E27FC236}">
                    <a16:creationId xmlns:a16="http://schemas.microsoft.com/office/drawing/2014/main" id="{4A2FEFA2-D838-4CE1-90BA-B6C2EEB543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83" name="Freeform 27">
                <a:extLst>
                  <a:ext uri="{FF2B5EF4-FFF2-40B4-BE49-F238E27FC236}">
                    <a16:creationId xmlns:a16="http://schemas.microsoft.com/office/drawing/2014/main" id="{1A39CA24-DF18-4FCC-8265-36FC72ED58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84" name="Freeform 28">
                <a:extLst>
                  <a:ext uri="{FF2B5EF4-FFF2-40B4-BE49-F238E27FC236}">
                    <a16:creationId xmlns:a16="http://schemas.microsoft.com/office/drawing/2014/main" id="{50A32DBD-9B22-49C3-A628-A98533FBF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85" name="Freeform 29">
                <a:extLst>
                  <a:ext uri="{FF2B5EF4-FFF2-40B4-BE49-F238E27FC236}">
                    <a16:creationId xmlns:a16="http://schemas.microsoft.com/office/drawing/2014/main" id="{A3C0B30D-BB1A-4B3D-A162-3EBE6267F2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86" name="Freeform 30">
                <a:extLst>
                  <a:ext uri="{FF2B5EF4-FFF2-40B4-BE49-F238E27FC236}">
                    <a16:creationId xmlns:a16="http://schemas.microsoft.com/office/drawing/2014/main" id="{092B125A-1548-445E-8689-07BEEC8155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87" name="Freeform 31">
                <a:extLst>
                  <a:ext uri="{FF2B5EF4-FFF2-40B4-BE49-F238E27FC236}">
                    <a16:creationId xmlns:a16="http://schemas.microsoft.com/office/drawing/2014/main" id="{D6A7D7B9-9A7E-4FD2-A1B4-1C5CFAE549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DB1B0C3F-D935-4306-B5B1-6AA6358811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1" name="Freeform 32">
                <a:extLst>
                  <a:ext uri="{FF2B5EF4-FFF2-40B4-BE49-F238E27FC236}">
                    <a16:creationId xmlns:a16="http://schemas.microsoft.com/office/drawing/2014/main" id="{75BC67F5-D485-467A-BCCB-D062EB6DD0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2" name="Freeform 33">
                <a:extLst>
                  <a:ext uri="{FF2B5EF4-FFF2-40B4-BE49-F238E27FC236}">
                    <a16:creationId xmlns:a16="http://schemas.microsoft.com/office/drawing/2014/main" id="{7FB0B620-AB12-4F0B-AD1C-A47A5FBC63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3" name="Freeform 34">
                <a:extLst>
                  <a:ext uri="{FF2B5EF4-FFF2-40B4-BE49-F238E27FC236}">
                    <a16:creationId xmlns:a16="http://schemas.microsoft.com/office/drawing/2014/main" id="{6AEFA891-E591-4F7F-9DBA-FC78E9B8F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4" name="Freeform 35">
                <a:extLst>
                  <a:ext uri="{FF2B5EF4-FFF2-40B4-BE49-F238E27FC236}">
                    <a16:creationId xmlns:a16="http://schemas.microsoft.com/office/drawing/2014/main" id="{78921FFF-4B57-4E33-BE94-5A8BFC95E0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5" name="Freeform 36">
                <a:extLst>
                  <a:ext uri="{FF2B5EF4-FFF2-40B4-BE49-F238E27FC236}">
                    <a16:creationId xmlns:a16="http://schemas.microsoft.com/office/drawing/2014/main" id="{0C4A1658-5AAE-4925-B106-BC0A17862E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6" name="Freeform 37">
                <a:extLst>
                  <a:ext uri="{FF2B5EF4-FFF2-40B4-BE49-F238E27FC236}">
                    <a16:creationId xmlns:a16="http://schemas.microsoft.com/office/drawing/2014/main" id="{DE6DF3EB-099A-427A-A999-3BAF3BCA94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7" name="Freeform 38">
                <a:extLst>
                  <a:ext uri="{FF2B5EF4-FFF2-40B4-BE49-F238E27FC236}">
                    <a16:creationId xmlns:a16="http://schemas.microsoft.com/office/drawing/2014/main" id="{CC595EFE-4690-4B81-83B1-F863B951B0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8" name="Freeform 39">
                <a:extLst>
                  <a:ext uri="{FF2B5EF4-FFF2-40B4-BE49-F238E27FC236}">
                    <a16:creationId xmlns:a16="http://schemas.microsoft.com/office/drawing/2014/main" id="{400FAC39-AEAC-4B54-9694-29D537C203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59" name="Freeform 40">
                <a:extLst>
                  <a:ext uri="{FF2B5EF4-FFF2-40B4-BE49-F238E27FC236}">
                    <a16:creationId xmlns:a16="http://schemas.microsoft.com/office/drawing/2014/main" id="{C61298B0-056E-4D83-B168-1C054A17A0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  <p:sp>
            <p:nvSpPr>
              <p:cNvPr id="160" name="Rectangle 41">
                <a:extLst>
                  <a:ext uri="{FF2B5EF4-FFF2-40B4-BE49-F238E27FC236}">
                    <a16:creationId xmlns:a16="http://schemas.microsoft.com/office/drawing/2014/main" id="{9F9E69A2-F9B0-40C2-BDC8-143835426B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6="http://schemas.microsoft.com/office/drawing/2014/main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TR"/>
              </a:p>
            </p:txBody>
          </p:sp>
        </p:grpSp>
      </p:grpSp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xfrm>
            <a:off x="856059" y="618518"/>
            <a:ext cx="7429499" cy="147857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ctr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Statistical Analysis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B96AD4C-1B69-B733-0B59-2B84D68BB5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5393194"/>
              </p:ext>
            </p:extLst>
          </p:nvPr>
        </p:nvGraphicFramePr>
        <p:xfrm>
          <a:off x="347663" y="2060437"/>
          <a:ext cx="8446290" cy="1754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E771EF4-6D76-AF63-096A-7BA55B9D8C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7729015"/>
              </p:ext>
            </p:extLst>
          </p:nvPr>
        </p:nvGraphicFramePr>
        <p:xfrm>
          <a:off x="2505615" y="3743524"/>
          <a:ext cx="4143488" cy="26586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6" name="Down Arrow 5">
            <a:extLst>
              <a:ext uri="{FF2B5EF4-FFF2-40B4-BE49-F238E27FC236}">
                <a16:creationId xmlns:a16="http://schemas.microsoft.com/office/drawing/2014/main" id="{47E90F22-B108-A156-AE2B-34F1DCD6E17D}"/>
              </a:ext>
            </a:extLst>
          </p:cNvPr>
          <p:cNvSpPr/>
          <p:nvPr/>
        </p:nvSpPr>
        <p:spPr>
          <a:xfrm>
            <a:off x="4068539" y="4799327"/>
            <a:ext cx="1017639" cy="78468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3A512F9-2D59-5B47-AD23-BD1C87EAFA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F3A512F9-2D59-5B47-AD23-BD1C87EAFA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F3A512F9-2D59-5B47-AD23-BD1C87EAFA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B33B0B5-BC8B-CE42-B2BD-67703D885D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CB33B0B5-BC8B-CE42-B2BD-67703D885D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CB33B0B5-BC8B-CE42-B2BD-67703D885D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  <p:bldGraphic spid="5" grpId="0">
        <p:bldAsOne/>
      </p:bldGraphic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>
            <a:spLocks noGrp="1"/>
          </p:cNvSpPr>
          <p:nvPr>
            <p:ph type="title"/>
          </p:nvPr>
        </p:nvSpPr>
        <p:spPr>
          <a:xfrm>
            <a:off x="1453637" y="357733"/>
            <a:ext cx="6236725" cy="1534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Machine Learning Models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63450319-EE2A-5953-FA6A-43474A7945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9176161"/>
              </p:ext>
            </p:extLst>
          </p:nvPr>
        </p:nvGraphicFramePr>
        <p:xfrm>
          <a:off x="1849353" y="2237594"/>
          <a:ext cx="5445292" cy="27281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DD4E8CE-C2F0-7648-A3AE-01DD2F81FB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BDD4E8CE-C2F0-7648-A3AE-01DD2F81FB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BDD4E8CE-C2F0-7648-A3AE-01DD2F81FB5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A5315A1A-375F-0148-B21D-97FFCFFCA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A5315A1A-375F-0148-B21D-97FFCFFCA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A5315A1A-375F-0148-B21D-97FFCFFCA6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A5CCA1C-3CB0-E747-98A2-C236F749D0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graphicEl>
                                              <a:dgm id="{CA5CCA1C-3CB0-E747-98A2-C236F749D0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graphicEl>
                                              <a:dgm id="{CA5CCA1C-3CB0-E747-98A2-C236F749D0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41636E1-021D-D545-B416-DA63BCD413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341636E1-021D-D545-B416-DA63BCD413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graphicEl>
                                              <a:dgm id="{341636E1-021D-D545-B416-DA63BCD413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Picture 2">
            <a:extLst>
              <a:ext uri="{FF2B5EF4-FFF2-40B4-BE49-F238E27FC236}">
                <a16:creationId xmlns:a16="http://schemas.microsoft.com/office/drawing/2014/main" id="{9EB19A0D-88ED-4EC7-B012-FDA45662F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9" name="Group 158">
            <a:extLst>
              <a:ext uri="{FF2B5EF4-FFF2-40B4-BE49-F238E27FC236}">
                <a16:creationId xmlns:a16="http://schemas.microsoft.com/office/drawing/2014/main" id="{039C885C-7507-48BC-8DA5-9B9A8A3B2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60" name="Rectangle 5">
              <a:extLst>
                <a:ext uri="{FF2B5EF4-FFF2-40B4-BE49-F238E27FC236}">
                  <a16:creationId xmlns:a16="http://schemas.microsoft.com/office/drawing/2014/main" id="{80315E80-D09C-4AAC-A1AA-6416ADD0A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1" name="Freeform 6">
              <a:extLst>
                <a:ext uri="{FF2B5EF4-FFF2-40B4-BE49-F238E27FC236}">
                  <a16:creationId xmlns:a16="http://schemas.microsoft.com/office/drawing/2014/main" id="{464D5536-A035-4505-AF73-4F7CAE48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Freeform 7">
              <a:extLst>
                <a:ext uri="{FF2B5EF4-FFF2-40B4-BE49-F238E27FC236}">
                  <a16:creationId xmlns:a16="http://schemas.microsoft.com/office/drawing/2014/main" id="{81218E36-F40D-459F-A201-0A62E0FA5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" name="Rectangle 8">
              <a:extLst>
                <a:ext uri="{FF2B5EF4-FFF2-40B4-BE49-F238E27FC236}">
                  <a16:creationId xmlns:a16="http://schemas.microsoft.com/office/drawing/2014/main" id="{5B53825A-3A84-4E26-A19D-A61548B6A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" name="Freeform 9">
              <a:extLst>
                <a:ext uri="{FF2B5EF4-FFF2-40B4-BE49-F238E27FC236}">
                  <a16:creationId xmlns:a16="http://schemas.microsoft.com/office/drawing/2014/main" id="{AD90489C-7868-4D44-828E-5BD078E1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Freeform 10">
              <a:extLst>
                <a:ext uri="{FF2B5EF4-FFF2-40B4-BE49-F238E27FC236}">
                  <a16:creationId xmlns:a16="http://schemas.microsoft.com/office/drawing/2014/main" id="{98ED0810-C456-43E0-A430-4BF3E84BB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6" name="Freeform 11">
              <a:extLst>
                <a:ext uri="{FF2B5EF4-FFF2-40B4-BE49-F238E27FC236}">
                  <a16:creationId xmlns:a16="http://schemas.microsoft.com/office/drawing/2014/main" id="{E5A0D863-274E-498B-A757-EE462B7CF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7" name="Freeform 12">
              <a:extLst>
                <a:ext uri="{FF2B5EF4-FFF2-40B4-BE49-F238E27FC236}">
                  <a16:creationId xmlns:a16="http://schemas.microsoft.com/office/drawing/2014/main" id="{B7819E45-002E-4BE7-9D91-AF82D3776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" name="Freeform 13">
              <a:extLst>
                <a:ext uri="{FF2B5EF4-FFF2-40B4-BE49-F238E27FC236}">
                  <a16:creationId xmlns:a16="http://schemas.microsoft.com/office/drawing/2014/main" id="{8B2A702D-53E8-4674-87E0-CA1F7E5627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Freeform 14">
              <a:extLst>
                <a:ext uri="{FF2B5EF4-FFF2-40B4-BE49-F238E27FC236}">
                  <a16:creationId xmlns:a16="http://schemas.microsoft.com/office/drawing/2014/main" id="{451CEEF2-55A9-4CDF-BB69-2D07031F0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Freeform 15">
              <a:extLst>
                <a:ext uri="{FF2B5EF4-FFF2-40B4-BE49-F238E27FC236}">
                  <a16:creationId xmlns:a16="http://schemas.microsoft.com/office/drawing/2014/main" id="{DCEC5350-68CD-460C-999B-A6055EA50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" name="Freeform 16">
              <a:extLst>
                <a:ext uri="{FF2B5EF4-FFF2-40B4-BE49-F238E27FC236}">
                  <a16:creationId xmlns:a16="http://schemas.microsoft.com/office/drawing/2014/main" id="{26945734-B592-423F-BCF3-8ED9227467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" name="Freeform 17">
              <a:extLst>
                <a:ext uri="{FF2B5EF4-FFF2-40B4-BE49-F238E27FC236}">
                  <a16:creationId xmlns:a16="http://schemas.microsoft.com/office/drawing/2014/main" id="{D6FF6791-D332-4D35-90E0-42011DF40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" name="Freeform 18">
              <a:extLst>
                <a:ext uri="{FF2B5EF4-FFF2-40B4-BE49-F238E27FC236}">
                  <a16:creationId xmlns:a16="http://schemas.microsoft.com/office/drawing/2014/main" id="{B1ED9C0C-0AD0-4F60-BB85-02B00AFE7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" name="Freeform 19">
              <a:extLst>
                <a:ext uri="{FF2B5EF4-FFF2-40B4-BE49-F238E27FC236}">
                  <a16:creationId xmlns:a16="http://schemas.microsoft.com/office/drawing/2014/main" id="{E202B26B-3FB3-4127-9295-F6E24A75E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Freeform 20">
              <a:extLst>
                <a:ext uri="{FF2B5EF4-FFF2-40B4-BE49-F238E27FC236}">
                  <a16:creationId xmlns:a16="http://schemas.microsoft.com/office/drawing/2014/main" id="{A9B0C70B-3686-4190-8592-736E11AB4D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Freeform 21">
              <a:extLst>
                <a:ext uri="{FF2B5EF4-FFF2-40B4-BE49-F238E27FC236}">
                  <a16:creationId xmlns:a16="http://schemas.microsoft.com/office/drawing/2014/main" id="{3DCD01FB-20E8-42C3-AFE9-DFD3F426A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Freeform 22">
              <a:extLst>
                <a:ext uri="{FF2B5EF4-FFF2-40B4-BE49-F238E27FC236}">
                  <a16:creationId xmlns:a16="http://schemas.microsoft.com/office/drawing/2014/main" id="{E18D3AEB-E104-4243-893A-880F9A3C4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Freeform 23">
              <a:extLst>
                <a:ext uri="{FF2B5EF4-FFF2-40B4-BE49-F238E27FC236}">
                  <a16:creationId xmlns:a16="http://schemas.microsoft.com/office/drawing/2014/main" id="{25B79020-576E-46E2-BDDD-3D93C9DD5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Freeform 24">
              <a:extLst>
                <a:ext uri="{FF2B5EF4-FFF2-40B4-BE49-F238E27FC236}">
                  <a16:creationId xmlns:a16="http://schemas.microsoft.com/office/drawing/2014/main" id="{F9BE123C-99CB-4F9F-B6AD-D78B41011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Freeform 25">
              <a:extLst>
                <a:ext uri="{FF2B5EF4-FFF2-40B4-BE49-F238E27FC236}">
                  <a16:creationId xmlns:a16="http://schemas.microsoft.com/office/drawing/2014/main" id="{2652409A-0FBC-471C-8070-735AA2D18C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Freeform 26">
              <a:extLst>
                <a:ext uri="{FF2B5EF4-FFF2-40B4-BE49-F238E27FC236}">
                  <a16:creationId xmlns:a16="http://schemas.microsoft.com/office/drawing/2014/main" id="{A7B0AC30-BECB-435E-B184-5893DAF4C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Freeform 27">
              <a:extLst>
                <a:ext uri="{FF2B5EF4-FFF2-40B4-BE49-F238E27FC236}">
                  <a16:creationId xmlns:a16="http://schemas.microsoft.com/office/drawing/2014/main" id="{209F3AA3-0D92-49EA-8E9E-E85193591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Freeform 28">
              <a:extLst>
                <a:ext uri="{FF2B5EF4-FFF2-40B4-BE49-F238E27FC236}">
                  <a16:creationId xmlns:a16="http://schemas.microsoft.com/office/drawing/2014/main" id="{96C003E9-8BC2-48CC-ABF7-540233FDB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Freeform 29">
              <a:extLst>
                <a:ext uri="{FF2B5EF4-FFF2-40B4-BE49-F238E27FC236}">
                  <a16:creationId xmlns:a16="http://schemas.microsoft.com/office/drawing/2014/main" id="{13BDD8BA-D378-486C-AAC9-F4BC3E856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5" name="Freeform 30">
              <a:extLst>
                <a:ext uri="{FF2B5EF4-FFF2-40B4-BE49-F238E27FC236}">
                  <a16:creationId xmlns:a16="http://schemas.microsoft.com/office/drawing/2014/main" id="{04C38930-9B92-429B-915A-D0198D6AC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Freeform 31">
              <a:extLst>
                <a:ext uri="{FF2B5EF4-FFF2-40B4-BE49-F238E27FC236}">
                  <a16:creationId xmlns:a16="http://schemas.microsoft.com/office/drawing/2014/main" id="{32660743-42C8-4FFB-A77B-66678E1E1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Freeform 32">
              <a:extLst>
                <a:ext uri="{FF2B5EF4-FFF2-40B4-BE49-F238E27FC236}">
                  <a16:creationId xmlns:a16="http://schemas.microsoft.com/office/drawing/2014/main" id="{6B242301-66B7-4876-B23A-1B97410A5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Rectangle 33">
              <a:extLst>
                <a:ext uri="{FF2B5EF4-FFF2-40B4-BE49-F238E27FC236}">
                  <a16:creationId xmlns:a16="http://schemas.microsoft.com/office/drawing/2014/main" id="{B05C5127-C481-4571-9E17-90305CA0A9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Freeform 34">
              <a:extLst>
                <a:ext uri="{FF2B5EF4-FFF2-40B4-BE49-F238E27FC236}">
                  <a16:creationId xmlns:a16="http://schemas.microsoft.com/office/drawing/2014/main" id="{BC0F1F06-EBE2-4919-A902-A503E384D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Freeform 35">
              <a:extLst>
                <a:ext uri="{FF2B5EF4-FFF2-40B4-BE49-F238E27FC236}">
                  <a16:creationId xmlns:a16="http://schemas.microsoft.com/office/drawing/2014/main" id="{2B2E1C8D-A953-4AED-8346-C34CFE3BE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1" name="Freeform 36">
              <a:extLst>
                <a:ext uri="{FF2B5EF4-FFF2-40B4-BE49-F238E27FC236}">
                  <a16:creationId xmlns:a16="http://schemas.microsoft.com/office/drawing/2014/main" id="{8F150D6E-EB09-41AD-93BE-BF543BE36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2" name="Freeform 37">
              <a:extLst>
                <a:ext uri="{FF2B5EF4-FFF2-40B4-BE49-F238E27FC236}">
                  <a16:creationId xmlns:a16="http://schemas.microsoft.com/office/drawing/2014/main" id="{AE3633FE-8FF6-4FC3-8422-483E7FAED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Freeform 38">
              <a:extLst>
                <a:ext uri="{FF2B5EF4-FFF2-40B4-BE49-F238E27FC236}">
                  <a16:creationId xmlns:a16="http://schemas.microsoft.com/office/drawing/2014/main" id="{D233BC09-3785-4EA9-A80F-699EABFCD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4" name="Freeform 39">
              <a:extLst>
                <a:ext uri="{FF2B5EF4-FFF2-40B4-BE49-F238E27FC236}">
                  <a16:creationId xmlns:a16="http://schemas.microsoft.com/office/drawing/2014/main" id="{DEFAAC70-9A33-41C4-9960-80B056E47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5" name="Freeform 40">
              <a:extLst>
                <a:ext uri="{FF2B5EF4-FFF2-40B4-BE49-F238E27FC236}">
                  <a16:creationId xmlns:a16="http://schemas.microsoft.com/office/drawing/2014/main" id="{FE1B6380-FA49-4E35-B2EB-BC1D322A0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6" name="Freeform 41">
              <a:extLst>
                <a:ext uri="{FF2B5EF4-FFF2-40B4-BE49-F238E27FC236}">
                  <a16:creationId xmlns:a16="http://schemas.microsoft.com/office/drawing/2014/main" id="{F578AFE9-69B9-4FE3-A349-4640D49A5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Freeform 42">
              <a:extLst>
                <a:ext uri="{FF2B5EF4-FFF2-40B4-BE49-F238E27FC236}">
                  <a16:creationId xmlns:a16="http://schemas.microsoft.com/office/drawing/2014/main" id="{49C01CF4-73AC-40B8-8AA5-60072CBB34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Freeform 43">
              <a:extLst>
                <a:ext uri="{FF2B5EF4-FFF2-40B4-BE49-F238E27FC236}">
                  <a16:creationId xmlns:a16="http://schemas.microsoft.com/office/drawing/2014/main" id="{B4DA1C3D-282A-4010-9263-E2F62D79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9" name="Freeform 44">
              <a:extLst>
                <a:ext uri="{FF2B5EF4-FFF2-40B4-BE49-F238E27FC236}">
                  <a16:creationId xmlns:a16="http://schemas.microsoft.com/office/drawing/2014/main" id="{52475A43-7A28-4A0F-BA58-C070BB882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0" name="Rectangle 45">
              <a:extLst>
                <a:ext uri="{FF2B5EF4-FFF2-40B4-BE49-F238E27FC236}">
                  <a16:creationId xmlns:a16="http://schemas.microsoft.com/office/drawing/2014/main" id="{0C7241CC-AC61-4580-A46E-C217B329EB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" name="Freeform 46">
              <a:extLst>
                <a:ext uri="{FF2B5EF4-FFF2-40B4-BE49-F238E27FC236}">
                  <a16:creationId xmlns:a16="http://schemas.microsoft.com/office/drawing/2014/main" id="{584FF8AA-E75D-483B-A344-7022541CF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Freeform 47">
              <a:extLst>
                <a:ext uri="{FF2B5EF4-FFF2-40B4-BE49-F238E27FC236}">
                  <a16:creationId xmlns:a16="http://schemas.microsoft.com/office/drawing/2014/main" id="{AFF0ABD2-8247-432E-9F13-CCB7D0E62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3" name="Freeform 48">
              <a:extLst>
                <a:ext uri="{FF2B5EF4-FFF2-40B4-BE49-F238E27FC236}">
                  <a16:creationId xmlns:a16="http://schemas.microsoft.com/office/drawing/2014/main" id="{8779D639-A8BE-46A3-BF82-B0498C363B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4" name="Freeform 49">
              <a:extLst>
                <a:ext uri="{FF2B5EF4-FFF2-40B4-BE49-F238E27FC236}">
                  <a16:creationId xmlns:a16="http://schemas.microsoft.com/office/drawing/2014/main" id="{62C75AD3-B601-4AB8-A449-C0375B263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Freeform 50">
              <a:extLst>
                <a:ext uri="{FF2B5EF4-FFF2-40B4-BE49-F238E27FC236}">
                  <a16:creationId xmlns:a16="http://schemas.microsoft.com/office/drawing/2014/main" id="{7CEBAD4A-BB32-451F-B1E1-48D6F52EBD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6" name="Freeform 51">
              <a:extLst>
                <a:ext uri="{FF2B5EF4-FFF2-40B4-BE49-F238E27FC236}">
                  <a16:creationId xmlns:a16="http://schemas.microsoft.com/office/drawing/2014/main" id="{9EA19F7F-29F8-4DF4-AB9B-C4D507FA7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7" name="Freeform 52">
              <a:extLst>
                <a:ext uri="{FF2B5EF4-FFF2-40B4-BE49-F238E27FC236}">
                  <a16:creationId xmlns:a16="http://schemas.microsoft.com/office/drawing/2014/main" id="{9A6E14CB-BA29-40ED-B9E1-9AF554AFDE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8" name="Freeform 53">
              <a:extLst>
                <a:ext uri="{FF2B5EF4-FFF2-40B4-BE49-F238E27FC236}">
                  <a16:creationId xmlns:a16="http://schemas.microsoft.com/office/drawing/2014/main" id="{384A67CA-9AF3-4473-9BC7-2C48C4326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Freeform 54">
              <a:extLst>
                <a:ext uri="{FF2B5EF4-FFF2-40B4-BE49-F238E27FC236}">
                  <a16:creationId xmlns:a16="http://schemas.microsoft.com/office/drawing/2014/main" id="{9DE1AF00-9D03-4DFB-B862-C8665962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Freeform 55">
              <a:extLst>
                <a:ext uri="{FF2B5EF4-FFF2-40B4-BE49-F238E27FC236}">
                  <a16:creationId xmlns:a16="http://schemas.microsoft.com/office/drawing/2014/main" id="{03D15E32-C507-4B36-B9AB-BD0A1AEBD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1" name="Freeform 56">
              <a:extLst>
                <a:ext uri="{FF2B5EF4-FFF2-40B4-BE49-F238E27FC236}">
                  <a16:creationId xmlns:a16="http://schemas.microsoft.com/office/drawing/2014/main" id="{978B3024-1C05-4858-A919-0ABF75EF7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Freeform 57">
              <a:extLst>
                <a:ext uri="{FF2B5EF4-FFF2-40B4-BE49-F238E27FC236}">
                  <a16:creationId xmlns:a16="http://schemas.microsoft.com/office/drawing/2014/main" id="{04B0C1D6-8B63-4D35-83C5-5D4331190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3" name="Freeform 58">
              <a:extLst>
                <a:ext uri="{FF2B5EF4-FFF2-40B4-BE49-F238E27FC236}">
                  <a16:creationId xmlns:a16="http://schemas.microsoft.com/office/drawing/2014/main" id="{C0409678-BF82-43B2-8F95-46A5A0E18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9" name="Google Shape;149;p26"/>
          <p:cNvSpPr txBox="1">
            <a:spLocks noGrp="1"/>
          </p:cNvSpPr>
          <p:nvPr>
            <p:ph type="title"/>
          </p:nvPr>
        </p:nvSpPr>
        <p:spPr>
          <a:xfrm>
            <a:off x="1471628" y="-201779"/>
            <a:ext cx="6593681" cy="130167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1. Random Forest</a:t>
            </a:r>
          </a:p>
        </p:txBody>
      </p:sp>
      <p:sp>
        <p:nvSpPr>
          <p:cNvPr id="150" name="Google Shape;150;p26"/>
          <p:cNvSpPr txBox="1"/>
          <p:nvPr/>
        </p:nvSpPr>
        <p:spPr>
          <a:xfrm>
            <a:off x="1332323" y="3973487"/>
            <a:ext cx="6593681" cy="678835"/>
          </a:xfrm>
          <a:prstGeom prst="rect">
            <a:avLst/>
          </a:prstGeom>
        </p:spPr>
        <p:txBody>
          <a:bodyPr spcFirstLastPara="1" vert="horz" lIns="91440" tIns="45720" rIns="91440" bIns="45720" rtlCol="0" anchor="t" anchorCtr="0">
            <a:normAutofit/>
          </a:bodyPr>
          <a:lstStyle/>
          <a:p>
            <a:pPr marR="0" lvl="0" algn="ctr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25000"/>
            </a:pPr>
            <a:r>
              <a:rPr lang="en-US" sz="2000" cap="all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MAE: 32.30 | RMSE: 38.57 | R²: 0.034</a:t>
            </a:r>
          </a:p>
        </p:txBody>
      </p:sp>
      <p:pic>
        <p:nvPicPr>
          <p:cNvPr id="152" name="Google Shape;152;p26" title="ConfusionMatrixRF.pn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407318" y="1147524"/>
            <a:ext cx="3235443" cy="2814835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51" name="Google Shape;151;p26" title="RandomForest.png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765556" y="1396933"/>
            <a:ext cx="3235443" cy="2305252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Round Diagonal Corner Rectangle 5">
            <a:extLst>
              <a:ext uri="{FF2B5EF4-FFF2-40B4-BE49-F238E27FC236}">
                <a16:creationId xmlns:a16="http://schemas.microsoft.com/office/drawing/2014/main" id="{E1FC84C7-E3BB-45E9-2C79-099128CF40FC}"/>
              </a:ext>
            </a:extLst>
          </p:cNvPr>
          <p:cNvSpPr/>
          <p:nvPr/>
        </p:nvSpPr>
        <p:spPr>
          <a:xfrm>
            <a:off x="1139426" y="4481513"/>
            <a:ext cx="7015155" cy="2058691"/>
          </a:xfrm>
          <a:prstGeom prst="round2Diag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confusion matrix shows that most predictions are in the neighboring bins, but the model performs less accurately at higher usage intervals.</a:t>
            </a:r>
          </a:p>
          <a:p>
            <a:pPr lvl="1" algn="just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scatter plot reveals that predictions mostly fall below the ideal line, indicating that the model tends to underestimate screen time.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Picture 2">
            <a:extLst>
              <a:ext uri="{FF2B5EF4-FFF2-40B4-BE49-F238E27FC236}">
                <a16:creationId xmlns:a16="http://schemas.microsoft.com/office/drawing/2014/main" id="{9EB19A0D-88ED-4EC7-B012-FDA45662F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7" name="Group 166">
            <a:extLst>
              <a:ext uri="{FF2B5EF4-FFF2-40B4-BE49-F238E27FC236}">
                <a16:creationId xmlns:a16="http://schemas.microsoft.com/office/drawing/2014/main" id="{039C885C-7507-48BC-8DA5-9B9A8A3B2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68" name="Rectangle 5">
              <a:extLst>
                <a:ext uri="{FF2B5EF4-FFF2-40B4-BE49-F238E27FC236}">
                  <a16:creationId xmlns:a16="http://schemas.microsoft.com/office/drawing/2014/main" id="{80315E80-D09C-4AAC-A1AA-6416ADD0A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Freeform 6">
              <a:extLst>
                <a:ext uri="{FF2B5EF4-FFF2-40B4-BE49-F238E27FC236}">
                  <a16:creationId xmlns:a16="http://schemas.microsoft.com/office/drawing/2014/main" id="{464D5536-A035-4505-AF73-4F7CAE48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Freeform 7">
              <a:extLst>
                <a:ext uri="{FF2B5EF4-FFF2-40B4-BE49-F238E27FC236}">
                  <a16:creationId xmlns:a16="http://schemas.microsoft.com/office/drawing/2014/main" id="{81218E36-F40D-459F-A201-0A62E0FA5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" name="Rectangle 8">
              <a:extLst>
                <a:ext uri="{FF2B5EF4-FFF2-40B4-BE49-F238E27FC236}">
                  <a16:creationId xmlns:a16="http://schemas.microsoft.com/office/drawing/2014/main" id="{5B53825A-3A84-4E26-A19D-A61548B6A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id="{AD90489C-7868-4D44-828E-5BD078E1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id="{98ED0810-C456-43E0-A430-4BF3E84BB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id="{E5A0D863-274E-498B-A757-EE462B7CF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id="{B7819E45-002E-4BE7-9D91-AF82D3776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id="{8B2A702D-53E8-4674-87E0-CA1F7E5627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id="{451CEEF2-55A9-4CDF-BB69-2D07031F0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id="{DCEC5350-68CD-460C-999B-A6055EA50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26945734-B592-423F-BCF3-8ED9227467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id="{D6FF6791-D332-4D35-90E0-42011DF40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id="{B1ED9C0C-0AD0-4F60-BB85-02B00AFE7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id="{E202B26B-3FB3-4127-9295-F6E24A75E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id="{A9B0C70B-3686-4190-8592-736E11AB4D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id="{3DCD01FB-20E8-42C3-AFE9-DFD3F426A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id="{E18D3AEB-E104-4243-893A-880F9A3C4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id="{25B79020-576E-46E2-BDDD-3D93C9DD5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id="{F9BE123C-99CB-4F9F-B6AD-D78B41011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id="{2652409A-0FBC-471C-8070-735AA2D18C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id="{A7B0AC30-BECB-435E-B184-5893DAF4C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id="{209F3AA3-0D92-49EA-8E9E-E85193591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id="{96C003E9-8BC2-48CC-ABF7-540233FDB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id="{13BDD8BA-D378-486C-AAC9-F4BC3E856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id="{04C38930-9B92-429B-915A-D0198D6AC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id="{32660743-42C8-4FFB-A77B-66678E1E1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id="{6B242301-66B7-4876-B23A-1B97410A5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6" name="Rectangle 33">
              <a:extLst>
                <a:ext uri="{FF2B5EF4-FFF2-40B4-BE49-F238E27FC236}">
                  <a16:creationId xmlns:a16="http://schemas.microsoft.com/office/drawing/2014/main" id="{B05C5127-C481-4571-9E17-90305CA0A9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id="{BC0F1F06-EBE2-4919-A902-A503E384D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id="{2B2E1C8D-A953-4AED-8346-C34CFE3BE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id="{8F150D6E-EB09-41AD-93BE-BF543BE36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id="{AE3633FE-8FF6-4FC3-8422-483E7FAED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id="{D233BC09-3785-4EA9-A80F-699EABFCD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id="{DEFAAC70-9A33-41C4-9960-80B056E47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id="{FE1B6380-FA49-4E35-B2EB-BC1D322A0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id="{F578AFE9-69B9-4FE3-A349-4640D49A5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id="{49C01CF4-73AC-40B8-8AA5-60072CBB34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id="{B4DA1C3D-282A-4010-9263-E2F62D79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id="{52475A43-7A28-4A0F-BA58-C070BB882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8" name="Rectangle 45">
              <a:extLst>
                <a:ext uri="{FF2B5EF4-FFF2-40B4-BE49-F238E27FC236}">
                  <a16:creationId xmlns:a16="http://schemas.microsoft.com/office/drawing/2014/main" id="{0C7241CC-AC61-4580-A46E-C217B329EB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id="{584FF8AA-E75D-483B-A344-7022541CF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id="{AFF0ABD2-8247-432E-9F13-CCB7D0E62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id="{8779D639-A8BE-46A3-BF82-B0498C363B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id="{62C75AD3-B601-4AB8-A449-C0375B263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id="{7CEBAD4A-BB32-451F-B1E1-48D6F52EBD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id="{9EA19F7F-29F8-4DF4-AB9B-C4D507FA7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id="{9A6E14CB-BA29-40ED-B9E1-9AF554AFDE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id="{384A67CA-9AF3-4473-9BC7-2C48C4326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id="{9DE1AF00-9D03-4DFB-B862-C8665962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id="{03D15E32-C507-4B36-B9AB-BD0A1AEBD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id="{978B3024-1C05-4858-A919-0ABF75EF7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id="{04B0C1D6-8B63-4D35-83C5-5D4331190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id="{C0409678-BF82-43B2-8F95-46A5A0E18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7" name="Google Shape;157;p27"/>
          <p:cNvSpPr txBox="1">
            <a:spLocks noGrp="1"/>
          </p:cNvSpPr>
          <p:nvPr>
            <p:ph type="title"/>
          </p:nvPr>
        </p:nvSpPr>
        <p:spPr>
          <a:xfrm>
            <a:off x="1471628" y="-201779"/>
            <a:ext cx="6593681" cy="130167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2. KNN Regressor</a:t>
            </a:r>
          </a:p>
        </p:txBody>
      </p:sp>
      <p:sp>
        <p:nvSpPr>
          <p:cNvPr id="158" name="Google Shape;158;p27"/>
          <p:cNvSpPr txBox="1"/>
          <p:nvPr/>
        </p:nvSpPr>
        <p:spPr>
          <a:xfrm>
            <a:off x="1360899" y="3937913"/>
            <a:ext cx="6593681" cy="612536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R="0" lvl="0" algn="ctr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25000"/>
            </a:pPr>
            <a:r>
              <a:rPr lang="en-US" sz="2000" cap="all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MAE: 34.74 | RMSE: 42.16 | R²: -0.155</a:t>
            </a:r>
          </a:p>
        </p:txBody>
      </p:sp>
      <p:pic>
        <p:nvPicPr>
          <p:cNvPr id="159" name="Google Shape;159;p27" title="ConfusionMatrixKNN.pn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407318" y="1147524"/>
            <a:ext cx="3235443" cy="2814835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0" name="Google Shape;160;p27" title="KNN.png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765556" y="1396933"/>
            <a:ext cx="3235443" cy="2305252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CF991C94-0169-44A6-B9DA-3D2537A76B04}"/>
              </a:ext>
            </a:extLst>
          </p:cNvPr>
          <p:cNvSpPr/>
          <p:nvPr/>
        </p:nvSpPr>
        <p:spPr>
          <a:xfrm>
            <a:off x="1139426" y="4481513"/>
            <a:ext cx="7015155" cy="2058691"/>
          </a:xfrm>
          <a:prstGeom prst="round2Diag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confusion matrix shows that predictions mostly fall into the adjacent bins, though accuracy drops for middle and higher ranges.</a:t>
            </a:r>
          </a:p>
          <a:p>
            <a:pPr lvl="1" algn="just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scatter plot indicates that even though the KNN model captures the general trend, it struggles to make accurate point predictions, especially for higher screen times.</a:t>
            </a:r>
            <a:endParaRPr 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/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2">
            <a:extLst>
              <a:ext uri="{FF2B5EF4-FFF2-40B4-BE49-F238E27FC236}">
                <a16:creationId xmlns:a16="http://schemas.microsoft.com/office/drawing/2014/main" id="{9EB19A0D-88ED-4EC7-B012-FDA45662F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5" name="Group 174">
            <a:extLst>
              <a:ext uri="{FF2B5EF4-FFF2-40B4-BE49-F238E27FC236}">
                <a16:creationId xmlns:a16="http://schemas.microsoft.com/office/drawing/2014/main" id="{039C885C-7507-48BC-8DA5-9B9A8A3B2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0"/>
            <a:ext cx="1728807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76" name="Rectangle 5">
              <a:extLst>
                <a:ext uri="{FF2B5EF4-FFF2-40B4-BE49-F238E27FC236}">
                  <a16:creationId xmlns:a16="http://schemas.microsoft.com/office/drawing/2014/main" id="{80315E80-D09C-4AAC-A1AA-6416ADD0A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Freeform 6">
              <a:extLst>
                <a:ext uri="{FF2B5EF4-FFF2-40B4-BE49-F238E27FC236}">
                  <a16:creationId xmlns:a16="http://schemas.microsoft.com/office/drawing/2014/main" id="{464D5536-A035-4505-AF73-4F7CAE488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8" name="Freeform 7">
              <a:extLst>
                <a:ext uri="{FF2B5EF4-FFF2-40B4-BE49-F238E27FC236}">
                  <a16:creationId xmlns:a16="http://schemas.microsoft.com/office/drawing/2014/main" id="{81218E36-F40D-459F-A201-0A62E0FA5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" name="Rectangle 8">
              <a:extLst>
                <a:ext uri="{FF2B5EF4-FFF2-40B4-BE49-F238E27FC236}">
                  <a16:creationId xmlns:a16="http://schemas.microsoft.com/office/drawing/2014/main" id="{5B53825A-3A84-4E26-A19D-A61548B6A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Freeform 9">
              <a:extLst>
                <a:ext uri="{FF2B5EF4-FFF2-40B4-BE49-F238E27FC236}">
                  <a16:creationId xmlns:a16="http://schemas.microsoft.com/office/drawing/2014/main" id="{AD90489C-7868-4D44-828E-5BD078E10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" name="Freeform 10">
              <a:extLst>
                <a:ext uri="{FF2B5EF4-FFF2-40B4-BE49-F238E27FC236}">
                  <a16:creationId xmlns:a16="http://schemas.microsoft.com/office/drawing/2014/main" id="{98ED0810-C456-43E0-A430-4BF3E84BB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" name="Freeform 11">
              <a:extLst>
                <a:ext uri="{FF2B5EF4-FFF2-40B4-BE49-F238E27FC236}">
                  <a16:creationId xmlns:a16="http://schemas.microsoft.com/office/drawing/2014/main" id="{E5A0D863-274E-498B-A757-EE462B7CF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Freeform 12">
              <a:extLst>
                <a:ext uri="{FF2B5EF4-FFF2-40B4-BE49-F238E27FC236}">
                  <a16:creationId xmlns:a16="http://schemas.microsoft.com/office/drawing/2014/main" id="{B7819E45-002E-4BE7-9D91-AF82D3776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Freeform 13">
              <a:extLst>
                <a:ext uri="{FF2B5EF4-FFF2-40B4-BE49-F238E27FC236}">
                  <a16:creationId xmlns:a16="http://schemas.microsoft.com/office/drawing/2014/main" id="{8B2A702D-53E8-4674-87E0-CA1F7E5627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5" name="Freeform 14">
              <a:extLst>
                <a:ext uri="{FF2B5EF4-FFF2-40B4-BE49-F238E27FC236}">
                  <a16:creationId xmlns:a16="http://schemas.microsoft.com/office/drawing/2014/main" id="{451CEEF2-55A9-4CDF-BB69-2D07031F0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Freeform 15">
              <a:extLst>
                <a:ext uri="{FF2B5EF4-FFF2-40B4-BE49-F238E27FC236}">
                  <a16:creationId xmlns:a16="http://schemas.microsoft.com/office/drawing/2014/main" id="{DCEC5350-68CD-460C-999B-A6055EA50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7" name="Freeform 16">
              <a:extLst>
                <a:ext uri="{FF2B5EF4-FFF2-40B4-BE49-F238E27FC236}">
                  <a16:creationId xmlns:a16="http://schemas.microsoft.com/office/drawing/2014/main" id="{26945734-B592-423F-BCF3-8ED9227467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Freeform 17">
              <a:extLst>
                <a:ext uri="{FF2B5EF4-FFF2-40B4-BE49-F238E27FC236}">
                  <a16:creationId xmlns:a16="http://schemas.microsoft.com/office/drawing/2014/main" id="{D6FF6791-D332-4D35-90E0-42011DF40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Freeform 18">
              <a:extLst>
                <a:ext uri="{FF2B5EF4-FFF2-40B4-BE49-F238E27FC236}">
                  <a16:creationId xmlns:a16="http://schemas.microsoft.com/office/drawing/2014/main" id="{B1ED9C0C-0AD0-4F60-BB85-02B00AFE7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Freeform 19">
              <a:extLst>
                <a:ext uri="{FF2B5EF4-FFF2-40B4-BE49-F238E27FC236}">
                  <a16:creationId xmlns:a16="http://schemas.microsoft.com/office/drawing/2014/main" id="{E202B26B-3FB3-4127-9295-F6E24A75E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1" name="Freeform 20">
              <a:extLst>
                <a:ext uri="{FF2B5EF4-FFF2-40B4-BE49-F238E27FC236}">
                  <a16:creationId xmlns:a16="http://schemas.microsoft.com/office/drawing/2014/main" id="{A9B0C70B-3686-4190-8592-736E11AB4D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2" name="Freeform 21">
              <a:extLst>
                <a:ext uri="{FF2B5EF4-FFF2-40B4-BE49-F238E27FC236}">
                  <a16:creationId xmlns:a16="http://schemas.microsoft.com/office/drawing/2014/main" id="{3DCD01FB-20E8-42C3-AFE9-DFD3F426A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Freeform 22">
              <a:extLst>
                <a:ext uri="{FF2B5EF4-FFF2-40B4-BE49-F238E27FC236}">
                  <a16:creationId xmlns:a16="http://schemas.microsoft.com/office/drawing/2014/main" id="{E18D3AEB-E104-4243-893A-880F9A3C4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4" name="Freeform 23">
              <a:extLst>
                <a:ext uri="{FF2B5EF4-FFF2-40B4-BE49-F238E27FC236}">
                  <a16:creationId xmlns:a16="http://schemas.microsoft.com/office/drawing/2014/main" id="{25B79020-576E-46E2-BDDD-3D93C9DD53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5" name="Freeform 24">
              <a:extLst>
                <a:ext uri="{FF2B5EF4-FFF2-40B4-BE49-F238E27FC236}">
                  <a16:creationId xmlns:a16="http://schemas.microsoft.com/office/drawing/2014/main" id="{F9BE123C-99CB-4F9F-B6AD-D78B41011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6" name="Freeform 25">
              <a:extLst>
                <a:ext uri="{FF2B5EF4-FFF2-40B4-BE49-F238E27FC236}">
                  <a16:creationId xmlns:a16="http://schemas.microsoft.com/office/drawing/2014/main" id="{2652409A-0FBC-471C-8070-735AA2D18C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Freeform 26">
              <a:extLst>
                <a:ext uri="{FF2B5EF4-FFF2-40B4-BE49-F238E27FC236}">
                  <a16:creationId xmlns:a16="http://schemas.microsoft.com/office/drawing/2014/main" id="{A7B0AC30-BECB-435E-B184-5893DAF4CF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Freeform 27">
              <a:extLst>
                <a:ext uri="{FF2B5EF4-FFF2-40B4-BE49-F238E27FC236}">
                  <a16:creationId xmlns:a16="http://schemas.microsoft.com/office/drawing/2014/main" id="{209F3AA3-0D92-49EA-8E9E-E85193591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9" name="Freeform 28">
              <a:extLst>
                <a:ext uri="{FF2B5EF4-FFF2-40B4-BE49-F238E27FC236}">
                  <a16:creationId xmlns:a16="http://schemas.microsoft.com/office/drawing/2014/main" id="{96C003E9-8BC2-48CC-ABF7-540233FDB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0" name="Freeform 29">
              <a:extLst>
                <a:ext uri="{FF2B5EF4-FFF2-40B4-BE49-F238E27FC236}">
                  <a16:creationId xmlns:a16="http://schemas.microsoft.com/office/drawing/2014/main" id="{13BDD8BA-D378-486C-AAC9-F4BC3E856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1" name="Freeform 30">
              <a:extLst>
                <a:ext uri="{FF2B5EF4-FFF2-40B4-BE49-F238E27FC236}">
                  <a16:creationId xmlns:a16="http://schemas.microsoft.com/office/drawing/2014/main" id="{04C38930-9B92-429B-915A-D0198D6AC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2" name="Freeform 31">
              <a:extLst>
                <a:ext uri="{FF2B5EF4-FFF2-40B4-BE49-F238E27FC236}">
                  <a16:creationId xmlns:a16="http://schemas.microsoft.com/office/drawing/2014/main" id="{32660743-42C8-4FFB-A77B-66678E1E1B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3" name="Freeform 32">
              <a:extLst>
                <a:ext uri="{FF2B5EF4-FFF2-40B4-BE49-F238E27FC236}">
                  <a16:creationId xmlns:a16="http://schemas.microsoft.com/office/drawing/2014/main" id="{6B242301-66B7-4876-B23A-1B97410A5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4" name="Rectangle 33">
              <a:extLst>
                <a:ext uri="{FF2B5EF4-FFF2-40B4-BE49-F238E27FC236}">
                  <a16:creationId xmlns:a16="http://schemas.microsoft.com/office/drawing/2014/main" id="{B05C5127-C481-4571-9E17-90305CA0A9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Freeform 34">
              <a:extLst>
                <a:ext uri="{FF2B5EF4-FFF2-40B4-BE49-F238E27FC236}">
                  <a16:creationId xmlns:a16="http://schemas.microsoft.com/office/drawing/2014/main" id="{BC0F1F06-EBE2-4919-A902-A503E384D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6" name="Freeform 35">
              <a:extLst>
                <a:ext uri="{FF2B5EF4-FFF2-40B4-BE49-F238E27FC236}">
                  <a16:creationId xmlns:a16="http://schemas.microsoft.com/office/drawing/2014/main" id="{2B2E1C8D-A953-4AED-8346-C34CFE3BE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7" name="Freeform 36">
              <a:extLst>
                <a:ext uri="{FF2B5EF4-FFF2-40B4-BE49-F238E27FC236}">
                  <a16:creationId xmlns:a16="http://schemas.microsoft.com/office/drawing/2014/main" id="{8F150D6E-EB09-41AD-93BE-BF543BE36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8" name="Freeform 37">
              <a:extLst>
                <a:ext uri="{FF2B5EF4-FFF2-40B4-BE49-F238E27FC236}">
                  <a16:creationId xmlns:a16="http://schemas.microsoft.com/office/drawing/2014/main" id="{AE3633FE-8FF6-4FC3-8422-483E7FAEDE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9" name="Freeform 38">
              <a:extLst>
                <a:ext uri="{FF2B5EF4-FFF2-40B4-BE49-F238E27FC236}">
                  <a16:creationId xmlns:a16="http://schemas.microsoft.com/office/drawing/2014/main" id="{D233BC09-3785-4EA9-A80F-699EABFCD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0" name="Freeform 39">
              <a:extLst>
                <a:ext uri="{FF2B5EF4-FFF2-40B4-BE49-F238E27FC236}">
                  <a16:creationId xmlns:a16="http://schemas.microsoft.com/office/drawing/2014/main" id="{DEFAAC70-9A33-41C4-9960-80B056E47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1" name="Freeform 40">
              <a:extLst>
                <a:ext uri="{FF2B5EF4-FFF2-40B4-BE49-F238E27FC236}">
                  <a16:creationId xmlns:a16="http://schemas.microsoft.com/office/drawing/2014/main" id="{FE1B6380-FA49-4E35-B2EB-BC1D322A0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Freeform 41">
              <a:extLst>
                <a:ext uri="{FF2B5EF4-FFF2-40B4-BE49-F238E27FC236}">
                  <a16:creationId xmlns:a16="http://schemas.microsoft.com/office/drawing/2014/main" id="{F578AFE9-69B9-4FE3-A349-4640D49A5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3" name="Freeform 42">
              <a:extLst>
                <a:ext uri="{FF2B5EF4-FFF2-40B4-BE49-F238E27FC236}">
                  <a16:creationId xmlns:a16="http://schemas.microsoft.com/office/drawing/2014/main" id="{49C01CF4-73AC-40B8-8AA5-60072CBB34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4" name="Freeform 43">
              <a:extLst>
                <a:ext uri="{FF2B5EF4-FFF2-40B4-BE49-F238E27FC236}">
                  <a16:creationId xmlns:a16="http://schemas.microsoft.com/office/drawing/2014/main" id="{B4DA1C3D-282A-4010-9263-E2F62D79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" name="Freeform 44">
              <a:extLst>
                <a:ext uri="{FF2B5EF4-FFF2-40B4-BE49-F238E27FC236}">
                  <a16:creationId xmlns:a16="http://schemas.microsoft.com/office/drawing/2014/main" id="{52475A43-7A28-4A0F-BA58-C070BB882B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6" name="Rectangle 45">
              <a:extLst>
                <a:ext uri="{FF2B5EF4-FFF2-40B4-BE49-F238E27FC236}">
                  <a16:creationId xmlns:a16="http://schemas.microsoft.com/office/drawing/2014/main" id="{0C7241CC-AC61-4580-A46E-C217B329EB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7" name="Freeform 46">
              <a:extLst>
                <a:ext uri="{FF2B5EF4-FFF2-40B4-BE49-F238E27FC236}">
                  <a16:creationId xmlns:a16="http://schemas.microsoft.com/office/drawing/2014/main" id="{584FF8AA-E75D-483B-A344-7022541CF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8" name="Freeform 47">
              <a:extLst>
                <a:ext uri="{FF2B5EF4-FFF2-40B4-BE49-F238E27FC236}">
                  <a16:creationId xmlns:a16="http://schemas.microsoft.com/office/drawing/2014/main" id="{AFF0ABD2-8247-432E-9F13-CCB7D0E62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9" name="Freeform 48">
              <a:extLst>
                <a:ext uri="{FF2B5EF4-FFF2-40B4-BE49-F238E27FC236}">
                  <a16:creationId xmlns:a16="http://schemas.microsoft.com/office/drawing/2014/main" id="{8779D639-A8BE-46A3-BF82-B0498C363B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0" name="Freeform 49">
              <a:extLst>
                <a:ext uri="{FF2B5EF4-FFF2-40B4-BE49-F238E27FC236}">
                  <a16:creationId xmlns:a16="http://schemas.microsoft.com/office/drawing/2014/main" id="{62C75AD3-B601-4AB8-A449-C0375B263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1" name="Freeform 50">
              <a:extLst>
                <a:ext uri="{FF2B5EF4-FFF2-40B4-BE49-F238E27FC236}">
                  <a16:creationId xmlns:a16="http://schemas.microsoft.com/office/drawing/2014/main" id="{7CEBAD4A-BB32-451F-B1E1-48D6F52EBD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2" name="Freeform 51">
              <a:extLst>
                <a:ext uri="{FF2B5EF4-FFF2-40B4-BE49-F238E27FC236}">
                  <a16:creationId xmlns:a16="http://schemas.microsoft.com/office/drawing/2014/main" id="{9EA19F7F-29F8-4DF4-AB9B-C4D507FA7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3" name="Freeform 52">
              <a:extLst>
                <a:ext uri="{FF2B5EF4-FFF2-40B4-BE49-F238E27FC236}">
                  <a16:creationId xmlns:a16="http://schemas.microsoft.com/office/drawing/2014/main" id="{9A6E14CB-BA29-40ED-B9E1-9AF554AFDE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4" name="Freeform 53">
              <a:extLst>
                <a:ext uri="{FF2B5EF4-FFF2-40B4-BE49-F238E27FC236}">
                  <a16:creationId xmlns:a16="http://schemas.microsoft.com/office/drawing/2014/main" id="{384A67CA-9AF3-4473-9BC7-2C48C4326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5" name="Freeform 54">
              <a:extLst>
                <a:ext uri="{FF2B5EF4-FFF2-40B4-BE49-F238E27FC236}">
                  <a16:creationId xmlns:a16="http://schemas.microsoft.com/office/drawing/2014/main" id="{9DE1AF00-9D03-4DFB-B862-C86659628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6" name="Freeform 55">
              <a:extLst>
                <a:ext uri="{FF2B5EF4-FFF2-40B4-BE49-F238E27FC236}">
                  <a16:creationId xmlns:a16="http://schemas.microsoft.com/office/drawing/2014/main" id="{03D15E32-C507-4B36-B9AB-BD0A1AEBDE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7" name="Freeform 56">
              <a:extLst>
                <a:ext uri="{FF2B5EF4-FFF2-40B4-BE49-F238E27FC236}">
                  <a16:creationId xmlns:a16="http://schemas.microsoft.com/office/drawing/2014/main" id="{978B3024-1C05-4858-A919-0ABF75EF7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8" name="Freeform 57">
              <a:extLst>
                <a:ext uri="{FF2B5EF4-FFF2-40B4-BE49-F238E27FC236}">
                  <a16:creationId xmlns:a16="http://schemas.microsoft.com/office/drawing/2014/main" id="{04B0C1D6-8B63-4D35-83C5-5D4331190A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9" name="Freeform 58">
              <a:extLst>
                <a:ext uri="{FF2B5EF4-FFF2-40B4-BE49-F238E27FC236}">
                  <a16:creationId xmlns:a16="http://schemas.microsoft.com/office/drawing/2014/main" id="{C0409678-BF82-43B2-8F95-46A5A0E18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T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1453769" y="-165607"/>
            <a:ext cx="6593681" cy="1301673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 marL="0" lvl="0" indent="0" algn="ctr"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ts val="4400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3. SVR</a:t>
            </a:r>
          </a:p>
        </p:txBody>
      </p:sp>
      <p:sp>
        <p:nvSpPr>
          <p:cNvPr id="166" name="Google Shape;166;p28"/>
          <p:cNvSpPr txBox="1"/>
          <p:nvPr/>
        </p:nvSpPr>
        <p:spPr>
          <a:xfrm>
            <a:off x="1391247" y="3933817"/>
            <a:ext cx="6593681" cy="728672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R="0" lvl="0" algn="ctr" defTabSz="91440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25000"/>
            </a:pPr>
            <a:r>
              <a:rPr lang="en-US" sz="2000" cap="all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MAE: 36.09 | RMSE: 42.53 | R²: -0.175</a:t>
            </a:r>
          </a:p>
        </p:txBody>
      </p:sp>
      <p:pic>
        <p:nvPicPr>
          <p:cNvPr id="168" name="Google Shape;168;p28" title="ConfusionMatrixSVR.png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1407318" y="1171790"/>
            <a:ext cx="3235443" cy="2766303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67" name="Google Shape;167;p28" title="SVR.png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4765556" y="1396933"/>
            <a:ext cx="3235443" cy="2305252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Round Diagonal Corner Rectangle 3">
            <a:extLst>
              <a:ext uri="{FF2B5EF4-FFF2-40B4-BE49-F238E27FC236}">
                <a16:creationId xmlns:a16="http://schemas.microsoft.com/office/drawing/2014/main" id="{5EE55A6E-887E-5493-C53E-FC965702F86D}"/>
              </a:ext>
            </a:extLst>
          </p:cNvPr>
          <p:cNvSpPr/>
          <p:nvPr/>
        </p:nvSpPr>
        <p:spPr>
          <a:xfrm>
            <a:off x="1139426" y="4481513"/>
            <a:ext cx="7015155" cy="2058691"/>
          </a:xfrm>
          <a:prstGeom prst="round2Diag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confusion matrix shows that SVR frequently assigns values to middle bins (30–90), even when actual usage differs.</a:t>
            </a:r>
          </a:p>
          <a:p>
            <a:pPr lvl="1" algn="just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scatter plot shows that SVR struggles to capture variation, often predicting around a constant value regardless of actual usage.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" grpId="0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1289EBB-FB2E-AF5A-B0B6-24D5DE69F3F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269052"/>
              </p:ext>
            </p:extLst>
          </p:nvPr>
        </p:nvGraphicFramePr>
        <p:xfrm>
          <a:off x="914400" y="2137319"/>
          <a:ext cx="7315200" cy="2984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CFEF645-3C0C-7140-A3A4-67DCA0F22A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ECFEF645-3C0C-7140-A3A4-67DCA0F22A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ECFEF645-3C0C-7140-A3A4-67DCA0F22A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C594A93-331D-5746-A5D4-C11D1B91FF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5C594A93-331D-5746-A5D4-C11D1B91FF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5C594A93-331D-5746-A5D4-C11D1B91FF4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0B59811-65B3-0C41-9F66-EFDCF073C1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graphicEl>
                                              <a:dgm id="{10B59811-65B3-0C41-9F66-EFDCF073C1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graphicEl>
                                              <a:dgm id="{10B59811-65B3-0C41-9F66-EFDCF073C1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 sz="4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65C62694-ABB0-9016-CA41-3129DF2856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887355"/>
              </p:ext>
            </p:extLst>
          </p:nvPr>
        </p:nvGraphicFramePr>
        <p:xfrm>
          <a:off x="1038031" y="1362269"/>
          <a:ext cx="7067938" cy="49252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A8883E7-C53C-F94A-8B5B-8FFF5498A0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graphicEl>
                                              <a:dgm id="{1A8883E7-C53C-F94A-8B5B-8FFF5498A0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graphicEl>
                                              <a:dgm id="{1A8883E7-C53C-F94A-8B5B-8FFF5498A0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ECF841C-F5BB-5E48-B8EA-326CC291EA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graphicEl>
                                              <a:dgm id="{BECF841C-F5BB-5E48-B8EA-326CC291EA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graphicEl>
                                              <a:dgm id="{BECF841C-F5BB-5E48-B8EA-326CC291EA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D3534B3-3D8D-C045-BFA4-4884CA1533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>
                                            <p:graphicEl>
                                              <a:dgm id="{FD3534B3-3D8D-C045-BFA4-4884CA1533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>
                                            <p:graphicEl>
                                              <a:dgm id="{FD3534B3-3D8D-C045-BFA4-4884CA1533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40FCF11D-C1B7-BC4B-8F02-483BB06CDB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>
                                            <p:graphicEl>
                                              <a:dgm id="{40FCF11D-C1B7-BC4B-8F02-483BB06CDB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graphicEl>
                                              <a:dgm id="{40FCF11D-C1B7-BC4B-8F02-483BB06CDBC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527A344-6E30-F841-B745-5555E8D88D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graphicEl>
                                              <a:dgm id="{3527A344-6E30-F841-B745-5555E8D88D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graphicEl>
                                              <a:dgm id="{3527A344-6E30-F841-B745-5555E8D88D3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8469E76-F475-C245-AC23-2B0A7C260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graphicEl>
                                              <a:dgm id="{C8469E76-F475-C245-AC23-2B0A7C260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>
                                            <p:graphicEl>
                                              <a:dgm id="{C8469E76-F475-C245-AC23-2B0A7C260D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Findings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734CAA1-81ED-A2E6-3231-4E1E377CE5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8895802"/>
              </p:ext>
            </p:extLst>
          </p:nvPr>
        </p:nvGraphicFramePr>
        <p:xfrm>
          <a:off x="1063690" y="1358494"/>
          <a:ext cx="7165910" cy="48370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B995685-854A-4740-B769-39DBEEF914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7B995685-854A-4740-B769-39DBEEF914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7B995685-854A-4740-B769-39DBEEF914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71C0B684-39E5-F242-8139-62ACCFCD00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71C0B684-39E5-F242-8139-62ACCFCD00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graphicEl>
                                              <a:dgm id="{71C0B684-39E5-F242-8139-62ACCFCD00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D8F5946-9C2F-A846-B504-D3B1A35A2C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graphicEl>
                                              <a:dgm id="{BD8F5946-9C2F-A846-B504-D3B1A35A2C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graphicEl>
                                              <a:dgm id="{BD8F5946-9C2F-A846-B504-D3B1A35A2C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090E02B-4EC2-3443-B151-E988DF51D7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D090E02B-4EC2-3443-B151-E988DF51D7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graphicEl>
                                              <a:dgm id="{D090E02B-4EC2-3443-B151-E988DF51D7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7EFF114-9750-0440-9F00-4ED2D61E0C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graphicEl>
                                              <a:dgm id="{27EFF114-9750-0440-9F00-4ED2D61E0C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graphicEl>
                                              <a:dgm id="{27EFF114-9750-0440-9F00-4ED2D61E0C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D746476-3916-15A6-622B-034CFECD04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8384577"/>
              </p:ext>
            </p:extLst>
          </p:nvPr>
        </p:nvGraphicFramePr>
        <p:xfrm>
          <a:off x="914400" y="1874400"/>
          <a:ext cx="7315200" cy="383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3F7E844-B849-8A43-9214-CD8807A7C1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93F7E844-B849-8A43-9214-CD8807A7C1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93F7E844-B849-8A43-9214-CD8807A7C15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CBC4642-7E52-9842-B4E0-293D9230DE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ECBC4642-7E52-9842-B4E0-293D9230DE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graphicEl>
                                              <a:dgm id="{ECBC4642-7E52-9842-B4E0-293D9230DE1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B8FBBE1-EAE9-1C4E-B6DD-307E5B8CD0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CB8FBBE1-EAE9-1C4E-B6DD-307E5B8CD0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CB8FBBE1-EAE9-1C4E-B6DD-307E5B8CD0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{938B029E-EEA7-E943-9EAB-BB81BFDA28DC}tf10001122</Template>
  <TotalTime>269</TotalTime>
  <Words>822</Words>
  <Application>Microsoft Macintosh PowerPoint</Application>
  <PresentationFormat>On-screen Show (4:3)</PresentationFormat>
  <Paragraphs>110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Times New Roman</vt:lpstr>
      <vt:lpstr>Roboto</vt:lpstr>
      <vt:lpstr>Calibri</vt:lpstr>
      <vt:lpstr>Tw Cen MT</vt:lpstr>
      <vt:lpstr>Circuit</vt:lpstr>
      <vt:lpstr>PowerPoint Presentation</vt:lpstr>
      <vt:lpstr>Introduction</vt:lpstr>
      <vt:lpstr>Hypothesis</vt:lpstr>
      <vt:lpstr>Motivation</vt:lpstr>
      <vt:lpstr>Data Source</vt:lpstr>
      <vt:lpstr>Project Plan</vt:lpstr>
      <vt:lpstr>Exploratory Data Analysis (EDA)  &amp; Visualization</vt:lpstr>
      <vt:lpstr>1. Histogram</vt:lpstr>
      <vt:lpstr>2. Boxplot</vt:lpstr>
      <vt:lpstr>3. Bar Chart</vt:lpstr>
      <vt:lpstr>4. Scatterplot</vt:lpstr>
      <vt:lpstr>Statistical Analysis</vt:lpstr>
      <vt:lpstr>Machine Learning Models</vt:lpstr>
      <vt:lpstr>1. Random Forest</vt:lpstr>
      <vt:lpstr>2. KNN Regressor</vt:lpstr>
      <vt:lpstr>3. SVR</vt:lpstr>
      <vt:lpstr>Limitations</vt:lpstr>
      <vt:lpstr>Future Work</vt:lpstr>
      <vt:lpstr>Findings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Instagram Screen Time  &amp;  Weather Analysis</dc:title>
  <cp:lastModifiedBy>ipek kamiloğlu</cp:lastModifiedBy>
  <cp:revision>9</cp:revision>
  <dcterms:modified xsi:type="dcterms:W3CDTF">2025-05-27T15:11:15Z</dcterms:modified>
</cp:coreProperties>
</file>